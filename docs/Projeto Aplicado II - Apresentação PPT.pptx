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3" r:id="rId3"/>
    <p:sldId id="264" r:id="rId4"/>
    <p:sldId id="259" r:id="rId5"/>
    <p:sldId id="258" r:id="rId6"/>
    <p:sldId id="293" r:id="rId7"/>
    <p:sldId id="271" r:id="rId8"/>
    <p:sldId id="262" r:id="rId9"/>
    <p:sldId id="291" r:id="rId10"/>
    <p:sldId id="275" r:id="rId11"/>
    <p:sldId id="294" r:id="rId12"/>
    <p:sldId id="292" r:id="rId13"/>
    <p:sldId id="290" r:id="rId14"/>
  </p:sldIdLst>
  <p:sldSz cx="9144000" cy="5143500" type="screen16x9"/>
  <p:notesSz cx="6858000" cy="9144000"/>
  <p:embeddedFontLst>
    <p:embeddedFont>
      <p:font typeface="Anaheim" pitchFamily="2" charset="0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Overpass" pitchFamily="2" charset="0"/>
      <p:regular r:id="rId27"/>
      <p:bold r:id="rId28"/>
      <p:italic r:id="rId29"/>
      <p:boldItalic r:id="rId30"/>
    </p:embeddedFont>
    <p:embeddedFont>
      <p:font typeface="Raleway" pitchFamily="2" charset="0"/>
      <p:regular r:id="rId31"/>
      <p:bold r:id="rId32"/>
      <p:italic r:id="rId33"/>
      <p:boldItalic r:id="rId34"/>
    </p:embeddedFont>
    <p:embeddedFont>
      <p:font typeface="Raleway Black" pitchFamily="2" charset="0"/>
      <p:bold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CEE82B-401A-41C6-8856-2C25C700FA13}">
  <a:tblStyle styleId="{B5CEE82B-401A-41C6-8856-2C25C700FA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E72AFF3-05A8-46F3-A921-360AE5FC4EB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5D2111-A2C2-4427-B418-C849F24396F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5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2.fntdata" /><Relationship Id="rId26" Type="http://schemas.openxmlformats.org/officeDocument/2006/relationships/font" Target="fonts/font10.fntdata" /><Relationship Id="rId39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font" Target="fonts/font5.fntdata" /><Relationship Id="rId34" Type="http://schemas.openxmlformats.org/officeDocument/2006/relationships/font" Target="fonts/font18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1.fntdata" /><Relationship Id="rId25" Type="http://schemas.openxmlformats.org/officeDocument/2006/relationships/font" Target="fonts/font9.fntdata" /><Relationship Id="rId33" Type="http://schemas.openxmlformats.org/officeDocument/2006/relationships/font" Target="fonts/font17.fntdata" /><Relationship Id="rId38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handoutMaster" Target="handoutMasters/handoutMaster1.xml" /><Relationship Id="rId20" Type="http://schemas.openxmlformats.org/officeDocument/2006/relationships/font" Target="fonts/font4.fntdata" /><Relationship Id="rId29" Type="http://schemas.openxmlformats.org/officeDocument/2006/relationships/font" Target="fonts/font13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8.fntdata" /><Relationship Id="rId32" Type="http://schemas.openxmlformats.org/officeDocument/2006/relationships/font" Target="fonts/font16.fntdata" /><Relationship Id="rId37" Type="http://schemas.openxmlformats.org/officeDocument/2006/relationships/presProps" Target="presProps.xml" /><Relationship Id="rId40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23" Type="http://schemas.openxmlformats.org/officeDocument/2006/relationships/font" Target="fonts/font7.fntdata" /><Relationship Id="rId28" Type="http://schemas.openxmlformats.org/officeDocument/2006/relationships/font" Target="fonts/font12.fntdata" /><Relationship Id="rId36" Type="http://schemas.openxmlformats.org/officeDocument/2006/relationships/font" Target="fonts/font20.fntdata" /><Relationship Id="rId10" Type="http://schemas.openxmlformats.org/officeDocument/2006/relationships/slide" Target="slides/slide9.xml" /><Relationship Id="rId19" Type="http://schemas.openxmlformats.org/officeDocument/2006/relationships/font" Target="fonts/font3.fntdata" /><Relationship Id="rId31" Type="http://schemas.openxmlformats.org/officeDocument/2006/relationships/font" Target="fonts/font15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6.fntdata" /><Relationship Id="rId27" Type="http://schemas.openxmlformats.org/officeDocument/2006/relationships/font" Target="fonts/font11.fntdata" /><Relationship Id="rId30" Type="http://schemas.openxmlformats.org/officeDocument/2006/relationships/font" Target="fonts/font14.fntdata" /><Relationship Id="rId35" Type="http://schemas.openxmlformats.org/officeDocument/2006/relationships/font" Target="fonts/font19.fntdata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87C4E-F304-4F34-B1F4-CEF5F32A8B5D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A2F3B-4D8A-4C72-8D0D-F0304F4348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837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92294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4856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1127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1987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1052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66c089a7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66c089a7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2095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54dda1946d_4_2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54dda1946d_4_2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7814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2290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5047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54dda1946d_4_2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54dda1946d_4_2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192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4724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3945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5508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4688" y="1218425"/>
            <a:ext cx="4393800" cy="20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4688" y="3371350"/>
            <a:ext cx="4393800" cy="51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7"/>
          <p:cNvGrpSpPr/>
          <p:nvPr/>
        </p:nvGrpSpPr>
        <p:grpSpPr>
          <a:xfrm>
            <a:off x="-1540690" y="-23652"/>
            <a:ext cx="12040890" cy="6961553"/>
            <a:chOff x="-1540690" y="-23652"/>
            <a:chExt cx="12040890" cy="6961553"/>
          </a:xfrm>
        </p:grpSpPr>
        <p:sp>
          <p:nvSpPr>
            <p:cNvPr id="95" name="Google Shape;95;p7"/>
            <p:cNvSpPr/>
            <p:nvPr/>
          </p:nvSpPr>
          <p:spPr>
            <a:xfrm rot="10800000">
              <a:off x="-1540690" y="4234611"/>
              <a:ext cx="2707416" cy="2703290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" name="Google Shape;96;p7"/>
            <p:cNvGrpSpPr/>
            <p:nvPr/>
          </p:nvGrpSpPr>
          <p:grpSpPr>
            <a:xfrm>
              <a:off x="439598" y="-23652"/>
              <a:ext cx="10060601" cy="5205813"/>
              <a:chOff x="439598" y="-23652"/>
              <a:chExt cx="10060601" cy="5205813"/>
            </a:xfrm>
          </p:grpSpPr>
          <p:sp>
            <p:nvSpPr>
              <p:cNvPr id="97" name="Google Shape;97;p7"/>
              <p:cNvSpPr/>
              <p:nvPr/>
            </p:nvSpPr>
            <p:spPr>
              <a:xfrm rot="10800000">
                <a:off x="8430854" y="-23652"/>
                <a:ext cx="2069345" cy="2066251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" name="Google Shape;98;p7"/>
              <p:cNvGrpSpPr/>
              <p:nvPr/>
            </p:nvGrpSpPr>
            <p:grpSpPr>
              <a:xfrm>
                <a:off x="439598" y="4411426"/>
                <a:ext cx="727117" cy="770735"/>
                <a:chOff x="5137170" y="1563182"/>
                <a:chExt cx="584358" cy="619462"/>
              </a:xfrm>
            </p:grpSpPr>
            <p:sp>
              <p:nvSpPr>
                <p:cNvPr id="99" name="Google Shape;99;p7"/>
                <p:cNvSpPr/>
                <p:nvPr/>
              </p:nvSpPr>
              <p:spPr>
                <a:xfrm>
                  <a:off x="5137170" y="1563182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7811"/>
                      </a:moveTo>
                      <a:cubicBezTo>
                        <a:pt x="96911" y="73631"/>
                        <a:pt x="75956" y="94567"/>
                        <a:pt x="50175" y="94567"/>
                      </a:cubicBezTo>
                      <a:cubicBezTo>
                        <a:pt x="24330" y="94567"/>
                        <a:pt x="3439" y="73631"/>
                        <a:pt x="3439" y="47811"/>
                      </a:cubicBezTo>
                      <a:cubicBezTo>
                        <a:pt x="3439" y="21992"/>
                        <a:pt x="24330" y="1063"/>
                        <a:pt x="50175" y="1063"/>
                      </a:cubicBezTo>
                      <a:cubicBezTo>
                        <a:pt x="75956" y="1063"/>
                        <a:pt x="96911" y="21992"/>
                        <a:pt x="96911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100;p7"/>
                <p:cNvSpPr/>
                <p:nvPr/>
              </p:nvSpPr>
              <p:spPr>
                <a:xfrm>
                  <a:off x="5137170" y="1750191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7936"/>
                      </a:moveTo>
                      <a:cubicBezTo>
                        <a:pt x="96911" y="73755"/>
                        <a:pt x="75956" y="94691"/>
                        <a:pt x="50175" y="94691"/>
                      </a:cubicBezTo>
                      <a:cubicBezTo>
                        <a:pt x="24330" y="94691"/>
                        <a:pt x="3439" y="73755"/>
                        <a:pt x="3439" y="47936"/>
                      </a:cubicBezTo>
                      <a:cubicBezTo>
                        <a:pt x="3439" y="22117"/>
                        <a:pt x="24330" y="1187"/>
                        <a:pt x="50175" y="1187"/>
                      </a:cubicBezTo>
                      <a:cubicBezTo>
                        <a:pt x="75956" y="1187"/>
                        <a:pt x="96911" y="22117"/>
                        <a:pt x="96911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7"/>
                <p:cNvSpPr/>
                <p:nvPr/>
              </p:nvSpPr>
              <p:spPr>
                <a:xfrm>
                  <a:off x="5312477" y="1563182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7811"/>
                      </a:moveTo>
                      <a:cubicBezTo>
                        <a:pt x="97028" y="73631"/>
                        <a:pt x="76137" y="94567"/>
                        <a:pt x="50292" y="94567"/>
                      </a:cubicBezTo>
                      <a:cubicBezTo>
                        <a:pt x="24447" y="94567"/>
                        <a:pt x="3556" y="73631"/>
                        <a:pt x="3556" y="47811"/>
                      </a:cubicBezTo>
                      <a:cubicBezTo>
                        <a:pt x="3556" y="21992"/>
                        <a:pt x="24447" y="1063"/>
                        <a:pt x="50292" y="1063"/>
                      </a:cubicBezTo>
                      <a:cubicBezTo>
                        <a:pt x="76137" y="1063"/>
                        <a:pt x="97028" y="21992"/>
                        <a:pt x="97028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7"/>
                <p:cNvSpPr/>
                <p:nvPr/>
              </p:nvSpPr>
              <p:spPr>
                <a:xfrm>
                  <a:off x="5312477" y="1750191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7936"/>
                      </a:moveTo>
                      <a:cubicBezTo>
                        <a:pt x="97028" y="73755"/>
                        <a:pt x="76137" y="94691"/>
                        <a:pt x="50292" y="94691"/>
                      </a:cubicBezTo>
                      <a:cubicBezTo>
                        <a:pt x="24447" y="94691"/>
                        <a:pt x="3556" y="73755"/>
                        <a:pt x="3556" y="47936"/>
                      </a:cubicBezTo>
                      <a:cubicBezTo>
                        <a:pt x="3556" y="22117"/>
                        <a:pt x="24447" y="1187"/>
                        <a:pt x="50292" y="1187"/>
                      </a:cubicBezTo>
                      <a:cubicBezTo>
                        <a:pt x="76137" y="1187"/>
                        <a:pt x="97028" y="22117"/>
                        <a:pt x="97028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" name="Google Shape;103;p7"/>
                <p:cNvSpPr/>
                <p:nvPr/>
              </p:nvSpPr>
              <p:spPr>
                <a:xfrm>
                  <a:off x="5476117" y="1563182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7811"/>
                      </a:moveTo>
                      <a:cubicBezTo>
                        <a:pt x="97137" y="73631"/>
                        <a:pt x="76182" y="94567"/>
                        <a:pt x="50400" y="94567"/>
                      </a:cubicBezTo>
                      <a:cubicBezTo>
                        <a:pt x="24556" y="94567"/>
                        <a:pt x="3664" y="73631"/>
                        <a:pt x="3664" y="47811"/>
                      </a:cubicBezTo>
                      <a:cubicBezTo>
                        <a:pt x="3664" y="21992"/>
                        <a:pt x="24556" y="1063"/>
                        <a:pt x="50400" y="1063"/>
                      </a:cubicBezTo>
                      <a:cubicBezTo>
                        <a:pt x="76182" y="1063"/>
                        <a:pt x="97137" y="21992"/>
                        <a:pt x="97137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7"/>
                <p:cNvSpPr/>
                <p:nvPr/>
              </p:nvSpPr>
              <p:spPr>
                <a:xfrm>
                  <a:off x="5476117" y="1750191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7936"/>
                      </a:moveTo>
                      <a:cubicBezTo>
                        <a:pt x="97137" y="73755"/>
                        <a:pt x="76182" y="94691"/>
                        <a:pt x="50400" y="94691"/>
                      </a:cubicBezTo>
                      <a:cubicBezTo>
                        <a:pt x="24556" y="94691"/>
                        <a:pt x="3664" y="73755"/>
                        <a:pt x="3664" y="47936"/>
                      </a:cubicBezTo>
                      <a:cubicBezTo>
                        <a:pt x="3664" y="22117"/>
                        <a:pt x="24556" y="1187"/>
                        <a:pt x="50400" y="1187"/>
                      </a:cubicBezTo>
                      <a:cubicBezTo>
                        <a:pt x="76182" y="1187"/>
                        <a:pt x="97137" y="22117"/>
                        <a:pt x="97137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7"/>
                <p:cNvSpPr/>
                <p:nvPr/>
              </p:nvSpPr>
              <p:spPr>
                <a:xfrm>
                  <a:off x="5651425" y="1563182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7811"/>
                      </a:moveTo>
                      <a:cubicBezTo>
                        <a:pt x="97253" y="73631"/>
                        <a:pt x="76361" y="94567"/>
                        <a:pt x="50517" y="94567"/>
                      </a:cubicBezTo>
                      <a:cubicBezTo>
                        <a:pt x="24736" y="94567"/>
                        <a:pt x="3781" y="73631"/>
                        <a:pt x="3781" y="47811"/>
                      </a:cubicBezTo>
                      <a:cubicBezTo>
                        <a:pt x="3781" y="21992"/>
                        <a:pt x="24736" y="1063"/>
                        <a:pt x="50517" y="1063"/>
                      </a:cubicBezTo>
                      <a:cubicBezTo>
                        <a:pt x="76361" y="1063"/>
                        <a:pt x="97253" y="21992"/>
                        <a:pt x="97253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7"/>
                <p:cNvSpPr/>
                <p:nvPr/>
              </p:nvSpPr>
              <p:spPr>
                <a:xfrm>
                  <a:off x="5651425" y="1750191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7936"/>
                      </a:moveTo>
                      <a:cubicBezTo>
                        <a:pt x="97253" y="73755"/>
                        <a:pt x="76361" y="94691"/>
                        <a:pt x="50517" y="94691"/>
                      </a:cubicBezTo>
                      <a:cubicBezTo>
                        <a:pt x="24736" y="94691"/>
                        <a:pt x="3781" y="73755"/>
                        <a:pt x="3781" y="47936"/>
                      </a:cubicBezTo>
                      <a:cubicBezTo>
                        <a:pt x="3781" y="22117"/>
                        <a:pt x="24736" y="1187"/>
                        <a:pt x="50517" y="1187"/>
                      </a:cubicBezTo>
                      <a:cubicBezTo>
                        <a:pt x="76361" y="1187"/>
                        <a:pt x="97253" y="22117"/>
                        <a:pt x="97253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7"/>
                <p:cNvSpPr/>
                <p:nvPr/>
              </p:nvSpPr>
              <p:spPr>
                <a:xfrm>
                  <a:off x="5137170" y="1925509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8059"/>
                      </a:moveTo>
                      <a:cubicBezTo>
                        <a:pt x="96911" y="73878"/>
                        <a:pt x="75956" y="94807"/>
                        <a:pt x="50175" y="94807"/>
                      </a:cubicBezTo>
                      <a:cubicBezTo>
                        <a:pt x="24330" y="94807"/>
                        <a:pt x="3439" y="73878"/>
                        <a:pt x="3439" y="48059"/>
                      </a:cubicBezTo>
                      <a:cubicBezTo>
                        <a:pt x="3439" y="22240"/>
                        <a:pt x="24330" y="1304"/>
                        <a:pt x="50175" y="1304"/>
                      </a:cubicBezTo>
                      <a:cubicBezTo>
                        <a:pt x="75956" y="1304"/>
                        <a:pt x="96911" y="22240"/>
                        <a:pt x="96911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7"/>
                <p:cNvSpPr/>
                <p:nvPr/>
              </p:nvSpPr>
              <p:spPr>
                <a:xfrm>
                  <a:off x="5137170" y="2112518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8183"/>
                      </a:moveTo>
                      <a:cubicBezTo>
                        <a:pt x="96911" y="74002"/>
                        <a:pt x="75956" y="94932"/>
                        <a:pt x="50175" y="94932"/>
                      </a:cubicBezTo>
                      <a:cubicBezTo>
                        <a:pt x="24330" y="94932"/>
                        <a:pt x="3439" y="74002"/>
                        <a:pt x="3439" y="48183"/>
                      </a:cubicBezTo>
                      <a:cubicBezTo>
                        <a:pt x="3439" y="22364"/>
                        <a:pt x="24330" y="1428"/>
                        <a:pt x="50175" y="1428"/>
                      </a:cubicBezTo>
                      <a:cubicBezTo>
                        <a:pt x="75956" y="1428"/>
                        <a:pt x="96911" y="22364"/>
                        <a:pt x="96911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7"/>
                <p:cNvSpPr/>
                <p:nvPr/>
              </p:nvSpPr>
              <p:spPr>
                <a:xfrm>
                  <a:off x="5312477" y="1925509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8059"/>
                      </a:moveTo>
                      <a:cubicBezTo>
                        <a:pt x="97028" y="73878"/>
                        <a:pt x="76137" y="94807"/>
                        <a:pt x="50292" y="94807"/>
                      </a:cubicBezTo>
                      <a:cubicBezTo>
                        <a:pt x="24447" y="94807"/>
                        <a:pt x="3556" y="73878"/>
                        <a:pt x="3556" y="48059"/>
                      </a:cubicBezTo>
                      <a:cubicBezTo>
                        <a:pt x="3556" y="22240"/>
                        <a:pt x="24447" y="1304"/>
                        <a:pt x="50292" y="1304"/>
                      </a:cubicBezTo>
                      <a:cubicBezTo>
                        <a:pt x="76137" y="1304"/>
                        <a:pt x="97028" y="22240"/>
                        <a:pt x="97028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7"/>
                <p:cNvSpPr/>
                <p:nvPr/>
              </p:nvSpPr>
              <p:spPr>
                <a:xfrm>
                  <a:off x="5312477" y="2112518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8183"/>
                      </a:moveTo>
                      <a:cubicBezTo>
                        <a:pt x="97028" y="74002"/>
                        <a:pt x="76137" y="94932"/>
                        <a:pt x="50292" y="94932"/>
                      </a:cubicBezTo>
                      <a:cubicBezTo>
                        <a:pt x="24447" y="94932"/>
                        <a:pt x="3556" y="74002"/>
                        <a:pt x="3556" y="48183"/>
                      </a:cubicBezTo>
                      <a:cubicBezTo>
                        <a:pt x="3556" y="22364"/>
                        <a:pt x="24447" y="1428"/>
                        <a:pt x="50292" y="1428"/>
                      </a:cubicBezTo>
                      <a:cubicBezTo>
                        <a:pt x="76137" y="1428"/>
                        <a:pt x="97028" y="22364"/>
                        <a:pt x="97028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7"/>
                <p:cNvSpPr/>
                <p:nvPr/>
              </p:nvSpPr>
              <p:spPr>
                <a:xfrm>
                  <a:off x="5476117" y="1925509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059"/>
                      </a:moveTo>
                      <a:cubicBezTo>
                        <a:pt x="97137" y="73878"/>
                        <a:pt x="76182" y="94807"/>
                        <a:pt x="50400" y="94807"/>
                      </a:cubicBezTo>
                      <a:cubicBezTo>
                        <a:pt x="24556" y="94807"/>
                        <a:pt x="3664" y="73878"/>
                        <a:pt x="3664" y="48059"/>
                      </a:cubicBezTo>
                      <a:cubicBezTo>
                        <a:pt x="3664" y="22240"/>
                        <a:pt x="24556" y="1304"/>
                        <a:pt x="50400" y="1304"/>
                      </a:cubicBezTo>
                      <a:cubicBezTo>
                        <a:pt x="76182" y="1304"/>
                        <a:pt x="97137" y="22240"/>
                        <a:pt x="97137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7"/>
                <p:cNvSpPr/>
                <p:nvPr/>
              </p:nvSpPr>
              <p:spPr>
                <a:xfrm>
                  <a:off x="5476117" y="2112518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183"/>
                      </a:moveTo>
                      <a:cubicBezTo>
                        <a:pt x="97137" y="74002"/>
                        <a:pt x="76182" y="94932"/>
                        <a:pt x="50400" y="94932"/>
                      </a:cubicBezTo>
                      <a:cubicBezTo>
                        <a:pt x="24556" y="94932"/>
                        <a:pt x="3664" y="74002"/>
                        <a:pt x="3664" y="48183"/>
                      </a:cubicBezTo>
                      <a:cubicBezTo>
                        <a:pt x="3664" y="22364"/>
                        <a:pt x="24556" y="1428"/>
                        <a:pt x="50400" y="1428"/>
                      </a:cubicBezTo>
                      <a:cubicBezTo>
                        <a:pt x="76182" y="1428"/>
                        <a:pt x="97137" y="22364"/>
                        <a:pt x="97137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p7"/>
                <p:cNvSpPr/>
                <p:nvPr/>
              </p:nvSpPr>
              <p:spPr>
                <a:xfrm>
                  <a:off x="5651425" y="1925509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8059"/>
                      </a:moveTo>
                      <a:cubicBezTo>
                        <a:pt x="97253" y="73878"/>
                        <a:pt x="76361" y="94807"/>
                        <a:pt x="50517" y="94807"/>
                      </a:cubicBezTo>
                      <a:cubicBezTo>
                        <a:pt x="24736" y="94807"/>
                        <a:pt x="3781" y="73878"/>
                        <a:pt x="3781" y="48059"/>
                      </a:cubicBezTo>
                      <a:cubicBezTo>
                        <a:pt x="3781" y="22240"/>
                        <a:pt x="24736" y="1304"/>
                        <a:pt x="50517" y="1304"/>
                      </a:cubicBezTo>
                      <a:cubicBezTo>
                        <a:pt x="76361" y="1304"/>
                        <a:pt x="97253" y="22240"/>
                        <a:pt x="97253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7"/>
                <p:cNvSpPr/>
                <p:nvPr/>
              </p:nvSpPr>
              <p:spPr>
                <a:xfrm>
                  <a:off x="5651425" y="2112518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8183"/>
                      </a:moveTo>
                      <a:cubicBezTo>
                        <a:pt x="97253" y="74002"/>
                        <a:pt x="76361" y="94932"/>
                        <a:pt x="50517" y="94932"/>
                      </a:cubicBezTo>
                      <a:cubicBezTo>
                        <a:pt x="24736" y="94932"/>
                        <a:pt x="3781" y="74002"/>
                        <a:pt x="3781" y="48183"/>
                      </a:cubicBezTo>
                      <a:cubicBezTo>
                        <a:pt x="3781" y="22364"/>
                        <a:pt x="24736" y="1428"/>
                        <a:pt x="50517" y="1428"/>
                      </a:cubicBezTo>
                      <a:cubicBezTo>
                        <a:pt x="76361" y="1428"/>
                        <a:pt x="97253" y="22364"/>
                        <a:pt x="97253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5" name="Google Shape;11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subTitle" idx="1"/>
          </p:nvPr>
        </p:nvSpPr>
        <p:spPr>
          <a:xfrm>
            <a:off x="713225" y="1721600"/>
            <a:ext cx="4125600" cy="21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1829650" y="2360850"/>
            <a:ext cx="5484900" cy="10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8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subTitle" idx="1"/>
          </p:nvPr>
        </p:nvSpPr>
        <p:spPr>
          <a:xfrm>
            <a:off x="1829736" y="3478775"/>
            <a:ext cx="54849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22" name="Google Shape;122;p9"/>
          <p:cNvGrpSpPr/>
          <p:nvPr/>
        </p:nvGrpSpPr>
        <p:grpSpPr>
          <a:xfrm>
            <a:off x="219773" y="155417"/>
            <a:ext cx="8704036" cy="4882799"/>
            <a:chOff x="219773" y="155417"/>
            <a:chExt cx="8704036" cy="4882799"/>
          </a:xfrm>
        </p:grpSpPr>
        <p:sp>
          <p:nvSpPr>
            <p:cNvPr id="123" name="Google Shape;123;p9"/>
            <p:cNvSpPr/>
            <p:nvPr/>
          </p:nvSpPr>
          <p:spPr>
            <a:xfrm>
              <a:off x="219773" y="4105750"/>
              <a:ext cx="322380" cy="32238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860452" y="4390212"/>
              <a:ext cx="648004" cy="64800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" name="Google Shape;125;p9"/>
            <p:cNvGrpSpPr/>
            <p:nvPr/>
          </p:nvGrpSpPr>
          <p:grpSpPr>
            <a:xfrm>
              <a:off x="7675170" y="155417"/>
              <a:ext cx="1248639" cy="1070179"/>
              <a:chOff x="7822623" y="155427"/>
              <a:chExt cx="1101481" cy="944053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7822623" y="224901"/>
                <a:ext cx="158271" cy="158271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7" name="Google Shape;127;p9"/>
              <p:cNvGrpSpPr/>
              <p:nvPr/>
            </p:nvGrpSpPr>
            <p:grpSpPr>
              <a:xfrm>
                <a:off x="8290363" y="155427"/>
                <a:ext cx="633741" cy="944053"/>
                <a:chOff x="3824813" y="593365"/>
                <a:chExt cx="633741" cy="944053"/>
              </a:xfrm>
            </p:grpSpPr>
            <p:sp>
              <p:nvSpPr>
                <p:cNvPr id="128" name="Google Shape;128;p9"/>
                <p:cNvSpPr/>
                <p:nvPr/>
              </p:nvSpPr>
              <p:spPr>
                <a:xfrm>
                  <a:off x="4230877" y="593365"/>
                  <a:ext cx="227677" cy="22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61" h="259461" extrusionOk="0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" name="Google Shape;129;p9"/>
                <p:cNvSpPr/>
                <p:nvPr/>
              </p:nvSpPr>
              <p:spPr>
                <a:xfrm>
                  <a:off x="3824813" y="1131361"/>
                  <a:ext cx="406056" cy="406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61" h="259461" extrusionOk="0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30" name="Google Shape;130;p9"/>
          <p:cNvGrpSpPr/>
          <p:nvPr/>
        </p:nvGrpSpPr>
        <p:grpSpPr>
          <a:xfrm>
            <a:off x="-1152398" y="-476038"/>
            <a:ext cx="12770497" cy="8499962"/>
            <a:chOff x="-1152398" y="-476038"/>
            <a:chExt cx="12770497" cy="8499962"/>
          </a:xfrm>
        </p:grpSpPr>
        <p:grpSp>
          <p:nvGrpSpPr>
            <p:cNvPr id="131" name="Google Shape;131;p9"/>
            <p:cNvGrpSpPr/>
            <p:nvPr/>
          </p:nvGrpSpPr>
          <p:grpSpPr>
            <a:xfrm>
              <a:off x="6956945" y="3616608"/>
              <a:ext cx="4661154" cy="4407317"/>
              <a:chOff x="6993020" y="3470033"/>
              <a:chExt cx="4661154" cy="4407317"/>
            </a:xfrm>
          </p:grpSpPr>
          <p:sp>
            <p:nvSpPr>
              <p:cNvPr id="132" name="Google Shape;132;p9"/>
              <p:cNvSpPr/>
              <p:nvPr/>
            </p:nvSpPr>
            <p:spPr>
              <a:xfrm>
                <a:off x="7246857" y="3470033"/>
                <a:ext cx="4407317" cy="4407317"/>
              </a:xfrm>
              <a:custGeom>
                <a:avLst/>
                <a:gdLst/>
                <a:ahLst/>
                <a:cxnLst/>
                <a:rect l="l" t="t" r="r" b="b"/>
                <a:pathLst>
                  <a:path w="350901" h="350901" extrusionOk="0">
                    <a:moveTo>
                      <a:pt x="350901" y="175451"/>
                    </a:moveTo>
                    <a:cubicBezTo>
                      <a:pt x="350901" y="272349"/>
                      <a:pt x="272349" y="350901"/>
                      <a:pt x="175450" y="350901"/>
                    </a:cubicBezTo>
                    <a:cubicBezTo>
                      <a:pt x="78552" y="350901"/>
                      <a:pt x="0" y="272349"/>
                      <a:pt x="0" y="175451"/>
                    </a:cubicBezTo>
                    <a:cubicBezTo>
                      <a:pt x="0" y="78552"/>
                      <a:pt x="78552" y="0"/>
                      <a:pt x="175450" y="0"/>
                    </a:cubicBezTo>
                    <a:cubicBezTo>
                      <a:pt x="272349" y="0"/>
                      <a:pt x="350901" y="78552"/>
                      <a:pt x="350901" y="17545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3" name="Google Shape;133;p9"/>
              <p:cNvGrpSpPr/>
              <p:nvPr/>
            </p:nvGrpSpPr>
            <p:grpSpPr>
              <a:xfrm rot="5400000">
                <a:off x="7438330" y="3943139"/>
                <a:ext cx="389469" cy="1280088"/>
                <a:chOff x="72832" y="1247500"/>
                <a:chExt cx="347865" cy="1143344"/>
              </a:xfrm>
            </p:grpSpPr>
            <p:sp>
              <p:nvSpPr>
                <p:cNvPr id="134" name="Google Shape;134;p9"/>
                <p:cNvSpPr/>
                <p:nvPr/>
              </p:nvSpPr>
              <p:spPr>
                <a:xfrm>
                  <a:off x="72832" y="1247500"/>
                  <a:ext cx="99314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7811"/>
                      </a:moveTo>
                      <a:cubicBezTo>
                        <a:pt x="97137" y="73631"/>
                        <a:pt x="76182" y="94567"/>
                        <a:pt x="50400" y="94567"/>
                      </a:cubicBezTo>
                      <a:cubicBezTo>
                        <a:pt x="24556" y="94567"/>
                        <a:pt x="3664" y="73631"/>
                        <a:pt x="3664" y="47811"/>
                      </a:cubicBezTo>
                      <a:cubicBezTo>
                        <a:pt x="3664" y="21992"/>
                        <a:pt x="24556" y="1063"/>
                        <a:pt x="50400" y="1063"/>
                      </a:cubicBezTo>
                      <a:cubicBezTo>
                        <a:pt x="76182" y="1063"/>
                        <a:pt x="97137" y="21992"/>
                        <a:pt x="97137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" name="Google Shape;135;p9"/>
                <p:cNvSpPr/>
                <p:nvPr/>
              </p:nvSpPr>
              <p:spPr>
                <a:xfrm>
                  <a:off x="72832" y="1512641"/>
                  <a:ext cx="99314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7936"/>
                      </a:moveTo>
                      <a:cubicBezTo>
                        <a:pt x="97137" y="73755"/>
                        <a:pt x="76182" y="94691"/>
                        <a:pt x="50400" y="94691"/>
                      </a:cubicBezTo>
                      <a:cubicBezTo>
                        <a:pt x="24556" y="94691"/>
                        <a:pt x="3664" y="73755"/>
                        <a:pt x="3664" y="47936"/>
                      </a:cubicBezTo>
                      <a:cubicBezTo>
                        <a:pt x="3664" y="22117"/>
                        <a:pt x="24556" y="1187"/>
                        <a:pt x="50400" y="1187"/>
                      </a:cubicBezTo>
                      <a:cubicBezTo>
                        <a:pt x="76182" y="1187"/>
                        <a:pt x="97137" y="22117"/>
                        <a:pt x="97137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p9"/>
                <p:cNvSpPr/>
                <p:nvPr/>
              </p:nvSpPr>
              <p:spPr>
                <a:xfrm>
                  <a:off x="321384" y="1512650"/>
                  <a:ext cx="99313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7811"/>
                      </a:moveTo>
                      <a:cubicBezTo>
                        <a:pt x="97253" y="73631"/>
                        <a:pt x="76361" y="94567"/>
                        <a:pt x="50517" y="94567"/>
                      </a:cubicBezTo>
                      <a:cubicBezTo>
                        <a:pt x="24736" y="94567"/>
                        <a:pt x="3781" y="73631"/>
                        <a:pt x="3781" y="47811"/>
                      </a:cubicBezTo>
                      <a:cubicBezTo>
                        <a:pt x="3781" y="21992"/>
                        <a:pt x="24736" y="1063"/>
                        <a:pt x="50517" y="1063"/>
                      </a:cubicBezTo>
                      <a:cubicBezTo>
                        <a:pt x="76361" y="1063"/>
                        <a:pt x="97253" y="21992"/>
                        <a:pt x="97253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9"/>
                <p:cNvSpPr/>
                <p:nvPr/>
              </p:nvSpPr>
              <p:spPr>
                <a:xfrm>
                  <a:off x="321384" y="1777791"/>
                  <a:ext cx="99313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7936"/>
                      </a:moveTo>
                      <a:cubicBezTo>
                        <a:pt x="97253" y="73755"/>
                        <a:pt x="76361" y="94691"/>
                        <a:pt x="50517" y="94691"/>
                      </a:cubicBezTo>
                      <a:cubicBezTo>
                        <a:pt x="24736" y="94691"/>
                        <a:pt x="3781" y="73755"/>
                        <a:pt x="3781" y="47936"/>
                      </a:cubicBezTo>
                      <a:cubicBezTo>
                        <a:pt x="3781" y="22117"/>
                        <a:pt x="24736" y="1187"/>
                        <a:pt x="50517" y="1187"/>
                      </a:cubicBezTo>
                      <a:cubicBezTo>
                        <a:pt x="76361" y="1187"/>
                        <a:pt x="97253" y="22117"/>
                        <a:pt x="97253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p9"/>
                <p:cNvSpPr/>
                <p:nvPr/>
              </p:nvSpPr>
              <p:spPr>
                <a:xfrm>
                  <a:off x="72832" y="1761206"/>
                  <a:ext cx="99314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059"/>
                      </a:moveTo>
                      <a:cubicBezTo>
                        <a:pt x="97137" y="73878"/>
                        <a:pt x="76182" y="94807"/>
                        <a:pt x="50400" y="94807"/>
                      </a:cubicBezTo>
                      <a:cubicBezTo>
                        <a:pt x="24556" y="94807"/>
                        <a:pt x="3664" y="73878"/>
                        <a:pt x="3664" y="48059"/>
                      </a:cubicBezTo>
                      <a:cubicBezTo>
                        <a:pt x="3664" y="22240"/>
                        <a:pt x="24556" y="1304"/>
                        <a:pt x="50400" y="1304"/>
                      </a:cubicBezTo>
                      <a:cubicBezTo>
                        <a:pt x="76182" y="1304"/>
                        <a:pt x="97137" y="22240"/>
                        <a:pt x="97137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p9"/>
                <p:cNvSpPr/>
                <p:nvPr/>
              </p:nvSpPr>
              <p:spPr>
                <a:xfrm>
                  <a:off x="72832" y="2026347"/>
                  <a:ext cx="99314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183"/>
                      </a:moveTo>
                      <a:cubicBezTo>
                        <a:pt x="97137" y="74002"/>
                        <a:pt x="76182" y="94932"/>
                        <a:pt x="50400" y="94932"/>
                      </a:cubicBezTo>
                      <a:cubicBezTo>
                        <a:pt x="24556" y="94932"/>
                        <a:pt x="3664" y="74002"/>
                        <a:pt x="3664" y="48183"/>
                      </a:cubicBezTo>
                      <a:cubicBezTo>
                        <a:pt x="3664" y="22364"/>
                        <a:pt x="24556" y="1428"/>
                        <a:pt x="50400" y="1428"/>
                      </a:cubicBezTo>
                      <a:cubicBezTo>
                        <a:pt x="76182" y="1428"/>
                        <a:pt x="97137" y="22364"/>
                        <a:pt x="97137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p9"/>
                <p:cNvSpPr/>
                <p:nvPr/>
              </p:nvSpPr>
              <p:spPr>
                <a:xfrm>
                  <a:off x="321384" y="2026356"/>
                  <a:ext cx="99313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8059"/>
                      </a:moveTo>
                      <a:cubicBezTo>
                        <a:pt x="97253" y="73878"/>
                        <a:pt x="76361" y="94807"/>
                        <a:pt x="50517" y="94807"/>
                      </a:cubicBezTo>
                      <a:cubicBezTo>
                        <a:pt x="24736" y="94807"/>
                        <a:pt x="3781" y="73878"/>
                        <a:pt x="3781" y="48059"/>
                      </a:cubicBezTo>
                      <a:cubicBezTo>
                        <a:pt x="3781" y="22240"/>
                        <a:pt x="24736" y="1304"/>
                        <a:pt x="50517" y="1304"/>
                      </a:cubicBezTo>
                      <a:cubicBezTo>
                        <a:pt x="76361" y="1304"/>
                        <a:pt x="97253" y="22240"/>
                        <a:pt x="97253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p9"/>
                <p:cNvSpPr/>
                <p:nvPr/>
              </p:nvSpPr>
              <p:spPr>
                <a:xfrm>
                  <a:off x="321384" y="2291497"/>
                  <a:ext cx="99313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8183"/>
                      </a:moveTo>
                      <a:cubicBezTo>
                        <a:pt x="97253" y="74002"/>
                        <a:pt x="76361" y="94932"/>
                        <a:pt x="50517" y="94932"/>
                      </a:cubicBezTo>
                      <a:cubicBezTo>
                        <a:pt x="24736" y="94932"/>
                        <a:pt x="3781" y="74002"/>
                        <a:pt x="3781" y="48183"/>
                      </a:cubicBezTo>
                      <a:cubicBezTo>
                        <a:pt x="3781" y="22364"/>
                        <a:pt x="24736" y="1428"/>
                        <a:pt x="50517" y="1428"/>
                      </a:cubicBezTo>
                      <a:cubicBezTo>
                        <a:pt x="76361" y="1428"/>
                        <a:pt x="97253" y="22364"/>
                        <a:pt x="97253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42" name="Google Shape;142;p9"/>
            <p:cNvSpPr/>
            <p:nvPr/>
          </p:nvSpPr>
          <p:spPr>
            <a:xfrm>
              <a:off x="-1152398" y="-476038"/>
              <a:ext cx="2265943" cy="2265943"/>
            </a:xfrm>
            <a:custGeom>
              <a:avLst/>
              <a:gdLst/>
              <a:ahLst/>
              <a:cxnLst/>
              <a:rect l="l" t="t" r="r" b="b"/>
              <a:pathLst>
                <a:path w="350901" h="350901" extrusionOk="0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>
            <a:spLocks noGrp="1"/>
          </p:cNvSpPr>
          <p:nvPr>
            <p:ph type="title" hasCustomPrompt="1"/>
          </p:nvPr>
        </p:nvSpPr>
        <p:spPr>
          <a:xfrm>
            <a:off x="1957750" y="1728450"/>
            <a:ext cx="52284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8" name="Google Shape;148;p11"/>
          <p:cNvSpPr txBox="1">
            <a:spLocks noGrp="1"/>
          </p:cNvSpPr>
          <p:nvPr>
            <p:ph type="subTitle" idx="1"/>
          </p:nvPr>
        </p:nvSpPr>
        <p:spPr>
          <a:xfrm>
            <a:off x="1957750" y="2849850"/>
            <a:ext cx="52284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49" name="Google Shape;149;p11"/>
          <p:cNvGrpSpPr/>
          <p:nvPr/>
        </p:nvGrpSpPr>
        <p:grpSpPr>
          <a:xfrm rot="10800000">
            <a:off x="120759" y="3996294"/>
            <a:ext cx="918699" cy="1070147"/>
            <a:chOff x="5625948" y="2664019"/>
            <a:chExt cx="918699" cy="1070147"/>
          </a:xfrm>
        </p:grpSpPr>
        <p:sp>
          <p:nvSpPr>
            <p:cNvPr id="150" name="Google Shape;150;p11"/>
            <p:cNvSpPr/>
            <p:nvPr/>
          </p:nvSpPr>
          <p:spPr>
            <a:xfrm flipH="1">
              <a:off x="5894547" y="3012066"/>
              <a:ext cx="650100" cy="7221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5625948" y="2664019"/>
              <a:ext cx="313500" cy="348000"/>
            </a:xfrm>
            <a:prstGeom prst="mathPlus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3"/>
          <p:cNvGrpSpPr/>
          <p:nvPr/>
        </p:nvGrpSpPr>
        <p:grpSpPr>
          <a:xfrm>
            <a:off x="-721111" y="-974986"/>
            <a:ext cx="11721963" cy="7487260"/>
            <a:chOff x="-721111" y="-974986"/>
            <a:chExt cx="11721963" cy="7487260"/>
          </a:xfrm>
        </p:grpSpPr>
        <p:sp>
          <p:nvSpPr>
            <p:cNvPr id="155" name="Google Shape;155;p13"/>
            <p:cNvSpPr/>
            <p:nvPr/>
          </p:nvSpPr>
          <p:spPr>
            <a:xfrm rot="10800000">
              <a:off x="8347485" y="-974986"/>
              <a:ext cx="2653366" cy="264985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" name="Google Shape;156;p13"/>
            <p:cNvGrpSpPr/>
            <p:nvPr/>
          </p:nvGrpSpPr>
          <p:grpSpPr>
            <a:xfrm>
              <a:off x="-721111" y="3588349"/>
              <a:ext cx="2259549" cy="2923926"/>
              <a:chOff x="-721111" y="3588349"/>
              <a:chExt cx="2259549" cy="2923926"/>
            </a:xfrm>
          </p:grpSpPr>
          <p:sp>
            <p:nvSpPr>
              <p:cNvPr id="157" name="Google Shape;157;p13"/>
              <p:cNvSpPr/>
              <p:nvPr/>
            </p:nvSpPr>
            <p:spPr>
              <a:xfrm flipH="1">
                <a:off x="-721111" y="4256026"/>
                <a:ext cx="2259549" cy="2256248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8" name="Google Shape;158;p13"/>
              <p:cNvGrpSpPr/>
              <p:nvPr/>
            </p:nvGrpSpPr>
            <p:grpSpPr>
              <a:xfrm rot="-5400000">
                <a:off x="-77895" y="3901001"/>
                <a:ext cx="945222" cy="319917"/>
                <a:chOff x="1608712" y="575096"/>
                <a:chExt cx="670466" cy="226924"/>
              </a:xfrm>
            </p:grpSpPr>
            <p:sp>
              <p:nvSpPr>
                <p:cNvPr id="159" name="Google Shape;159;p13"/>
                <p:cNvSpPr/>
                <p:nvPr/>
              </p:nvSpPr>
              <p:spPr>
                <a:xfrm>
                  <a:off x="1763432" y="575096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609" y="41608"/>
                      </a:moveTo>
                      <a:cubicBezTo>
                        <a:pt x="83609" y="64398"/>
                        <a:pt x="65136" y="82871"/>
                        <a:pt x="42353" y="82871"/>
                      </a:cubicBezTo>
                      <a:cubicBezTo>
                        <a:pt x="19556" y="82871"/>
                        <a:pt x="1090" y="64398"/>
                        <a:pt x="1090" y="41608"/>
                      </a:cubicBezTo>
                      <a:cubicBezTo>
                        <a:pt x="1090" y="18824"/>
                        <a:pt x="19556" y="352"/>
                        <a:pt x="42353" y="352"/>
                      </a:cubicBezTo>
                      <a:cubicBezTo>
                        <a:pt x="65136" y="352"/>
                        <a:pt x="83609" y="18824"/>
                        <a:pt x="83609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" name="Google Shape;160;p13"/>
                <p:cNvSpPr/>
                <p:nvPr/>
              </p:nvSpPr>
              <p:spPr>
                <a:xfrm>
                  <a:off x="1608712" y="740131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609" y="41724"/>
                      </a:moveTo>
                      <a:cubicBezTo>
                        <a:pt x="83609" y="64514"/>
                        <a:pt x="65136" y="82980"/>
                        <a:pt x="42353" y="82980"/>
                      </a:cubicBezTo>
                      <a:cubicBezTo>
                        <a:pt x="19556" y="82980"/>
                        <a:pt x="1090" y="64514"/>
                        <a:pt x="1090" y="41724"/>
                      </a:cubicBezTo>
                      <a:cubicBezTo>
                        <a:pt x="1090" y="18934"/>
                        <a:pt x="19556" y="462"/>
                        <a:pt x="42353" y="462"/>
                      </a:cubicBezTo>
                      <a:cubicBezTo>
                        <a:pt x="65136" y="462"/>
                        <a:pt x="83609" y="18934"/>
                        <a:pt x="83609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13"/>
                <p:cNvSpPr/>
                <p:nvPr/>
              </p:nvSpPr>
              <p:spPr>
                <a:xfrm>
                  <a:off x="1918157" y="575096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711" y="41608"/>
                      </a:moveTo>
                      <a:cubicBezTo>
                        <a:pt x="83711" y="64398"/>
                        <a:pt x="65233" y="82871"/>
                        <a:pt x="42449" y="82871"/>
                      </a:cubicBezTo>
                      <a:cubicBezTo>
                        <a:pt x="19665" y="82871"/>
                        <a:pt x="1193" y="64398"/>
                        <a:pt x="1193" y="41608"/>
                      </a:cubicBezTo>
                      <a:cubicBezTo>
                        <a:pt x="1193" y="18824"/>
                        <a:pt x="19665" y="352"/>
                        <a:pt x="42449" y="352"/>
                      </a:cubicBezTo>
                      <a:cubicBezTo>
                        <a:pt x="65233" y="352"/>
                        <a:pt x="83711" y="18824"/>
                        <a:pt x="83711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13"/>
                <p:cNvSpPr/>
                <p:nvPr/>
              </p:nvSpPr>
              <p:spPr>
                <a:xfrm>
                  <a:off x="1763436" y="740131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711" y="41724"/>
                      </a:moveTo>
                      <a:cubicBezTo>
                        <a:pt x="83711" y="64514"/>
                        <a:pt x="65233" y="82980"/>
                        <a:pt x="42449" y="82980"/>
                      </a:cubicBezTo>
                      <a:cubicBezTo>
                        <a:pt x="19665" y="82980"/>
                        <a:pt x="1193" y="64514"/>
                        <a:pt x="1193" y="41724"/>
                      </a:cubicBezTo>
                      <a:cubicBezTo>
                        <a:pt x="1193" y="18934"/>
                        <a:pt x="19665" y="462"/>
                        <a:pt x="42449" y="462"/>
                      </a:cubicBezTo>
                      <a:cubicBezTo>
                        <a:pt x="65233" y="462"/>
                        <a:pt x="83711" y="18934"/>
                        <a:pt x="83711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13"/>
                <p:cNvSpPr/>
                <p:nvPr/>
              </p:nvSpPr>
              <p:spPr>
                <a:xfrm>
                  <a:off x="2062560" y="575096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807" y="41608"/>
                      </a:moveTo>
                      <a:cubicBezTo>
                        <a:pt x="83807" y="64398"/>
                        <a:pt x="65342" y="82871"/>
                        <a:pt x="42551" y="82871"/>
                      </a:cubicBezTo>
                      <a:cubicBezTo>
                        <a:pt x="19761" y="82871"/>
                        <a:pt x="1289" y="64398"/>
                        <a:pt x="1289" y="41608"/>
                      </a:cubicBezTo>
                      <a:cubicBezTo>
                        <a:pt x="1289" y="18824"/>
                        <a:pt x="19761" y="352"/>
                        <a:pt x="42551" y="352"/>
                      </a:cubicBezTo>
                      <a:cubicBezTo>
                        <a:pt x="65342" y="352"/>
                        <a:pt x="83807" y="18824"/>
                        <a:pt x="83807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13"/>
                <p:cNvSpPr/>
                <p:nvPr/>
              </p:nvSpPr>
              <p:spPr>
                <a:xfrm>
                  <a:off x="1907840" y="740131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807" y="41724"/>
                      </a:moveTo>
                      <a:cubicBezTo>
                        <a:pt x="83807" y="64514"/>
                        <a:pt x="65342" y="82980"/>
                        <a:pt x="42551" y="82980"/>
                      </a:cubicBezTo>
                      <a:cubicBezTo>
                        <a:pt x="19761" y="82980"/>
                        <a:pt x="1289" y="64514"/>
                        <a:pt x="1289" y="41724"/>
                      </a:cubicBezTo>
                      <a:cubicBezTo>
                        <a:pt x="1289" y="18934"/>
                        <a:pt x="19761" y="462"/>
                        <a:pt x="42551" y="462"/>
                      </a:cubicBezTo>
                      <a:cubicBezTo>
                        <a:pt x="65342" y="462"/>
                        <a:pt x="83807" y="18934"/>
                        <a:pt x="83807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13"/>
                <p:cNvSpPr/>
                <p:nvPr/>
              </p:nvSpPr>
              <p:spPr>
                <a:xfrm>
                  <a:off x="2217284" y="575096"/>
                  <a:ext cx="61893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24" h="82518" extrusionOk="0">
                      <a:moveTo>
                        <a:pt x="83917" y="41608"/>
                      </a:moveTo>
                      <a:cubicBezTo>
                        <a:pt x="83917" y="64398"/>
                        <a:pt x="65438" y="82871"/>
                        <a:pt x="42654" y="82871"/>
                      </a:cubicBezTo>
                      <a:cubicBezTo>
                        <a:pt x="19870" y="82871"/>
                        <a:pt x="1392" y="64398"/>
                        <a:pt x="1392" y="41608"/>
                      </a:cubicBezTo>
                      <a:cubicBezTo>
                        <a:pt x="1392" y="18824"/>
                        <a:pt x="19870" y="352"/>
                        <a:pt x="42654" y="352"/>
                      </a:cubicBezTo>
                      <a:cubicBezTo>
                        <a:pt x="65438" y="352"/>
                        <a:pt x="83917" y="18824"/>
                        <a:pt x="83917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p13"/>
                <p:cNvSpPr/>
                <p:nvPr/>
              </p:nvSpPr>
              <p:spPr>
                <a:xfrm>
                  <a:off x="2062564" y="740131"/>
                  <a:ext cx="61893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24" h="82518" extrusionOk="0">
                      <a:moveTo>
                        <a:pt x="83917" y="41724"/>
                      </a:moveTo>
                      <a:cubicBezTo>
                        <a:pt x="83917" y="64514"/>
                        <a:pt x="65438" y="82980"/>
                        <a:pt x="42654" y="82980"/>
                      </a:cubicBezTo>
                      <a:cubicBezTo>
                        <a:pt x="19870" y="82980"/>
                        <a:pt x="1392" y="64514"/>
                        <a:pt x="1392" y="41724"/>
                      </a:cubicBezTo>
                      <a:cubicBezTo>
                        <a:pt x="1392" y="18934"/>
                        <a:pt x="19870" y="462"/>
                        <a:pt x="42654" y="462"/>
                      </a:cubicBezTo>
                      <a:cubicBezTo>
                        <a:pt x="65438" y="462"/>
                        <a:pt x="83917" y="18934"/>
                        <a:pt x="83917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790975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3" hasCustomPrompt="1"/>
          </p:nvPr>
        </p:nvSpPr>
        <p:spPr>
          <a:xfrm>
            <a:off x="4578775" y="1790975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618423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5" hasCustomPrompt="1"/>
          </p:nvPr>
        </p:nvSpPr>
        <p:spPr>
          <a:xfrm>
            <a:off x="4578775" y="2618423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445950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7" hasCustomPrompt="1"/>
          </p:nvPr>
        </p:nvSpPr>
        <p:spPr>
          <a:xfrm>
            <a:off x="4578775" y="3445950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"/>
          </p:nvPr>
        </p:nvSpPr>
        <p:spPr>
          <a:xfrm>
            <a:off x="145470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8"/>
          </p:nvPr>
        </p:nvSpPr>
        <p:spPr>
          <a:xfrm>
            <a:off x="1454700" y="2618423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9"/>
          </p:nvPr>
        </p:nvSpPr>
        <p:spPr>
          <a:xfrm>
            <a:off x="1454704" y="3445950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13"/>
          </p:nvPr>
        </p:nvSpPr>
        <p:spPr>
          <a:xfrm>
            <a:off x="531347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14"/>
          </p:nvPr>
        </p:nvSpPr>
        <p:spPr>
          <a:xfrm>
            <a:off x="5313475" y="2618423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15"/>
          </p:nvPr>
        </p:nvSpPr>
        <p:spPr>
          <a:xfrm>
            <a:off x="5313475" y="3445950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80" name="Google Shape;180;p13"/>
          <p:cNvGrpSpPr/>
          <p:nvPr/>
        </p:nvGrpSpPr>
        <p:grpSpPr>
          <a:xfrm rot="-5400000">
            <a:off x="-77895" y="3901001"/>
            <a:ext cx="945222" cy="319917"/>
            <a:chOff x="1608712" y="575096"/>
            <a:chExt cx="670466" cy="226924"/>
          </a:xfrm>
        </p:grpSpPr>
        <p:sp>
          <p:nvSpPr>
            <p:cNvPr id="181" name="Google Shape;181;p13"/>
            <p:cNvSpPr/>
            <p:nvPr/>
          </p:nvSpPr>
          <p:spPr>
            <a:xfrm>
              <a:off x="176343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160871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1918157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1763436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206256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1907840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221728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2062564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3"/>
          <p:cNvGrpSpPr/>
          <p:nvPr/>
        </p:nvGrpSpPr>
        <p:grpSpPr>
          <a:xfrm>
            <a:off x="7575228" y="179552"/>
            <a:ext cx="1140297" cy="999196"/>
            <a:chOff x="7575228" y="179552"/>
            <a:chExt cx="1140297" cy="999196"/>
          </a:xfrm>
        </p:grpSpPr>
        <p:grpSp>
          <p:nvGrpSpPr>
            <p:cNvPr id="190" name="Google Shape;190;p13"/>
            <p:cNvGrpSpPr/>
            <p:nvPr/>
          </p:nvGrpSpPr>
          <p:grpSpPr>
            <a:xfrm>
              <a:off x="8116148" y="275809"/>
              <a:ext cx="599377" cy="902940"/>
              <a:chOff x="7959998" y="275809"/>
              <a:chExt cx="599377" cy="902940"/>
            </a:xfrm>
          </p:grpSpPr>
          <p:sp>
            <p:nvSpPr>
              <p:cNvPr id="191" name="Google Shape;191;p13"/>
              <p:cNvSpPr/>
              <p:nvPr/>
            </p:nvSpPr>
            <p:spPr>
              <a:xfrm rot="10800000">
                <a:off x="8325211" y="944585"/>
                <a:ext cx="234164" cy="234164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 rot="10800000">
                <a:off x="7959998" y="275809"/>
                <a:ext cx="365191" cy="365191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" name="Google Shape;193;p13"/>
            <p:cNvSpPr/>
            <p:nvPr/>
          </p:nvSpPr>
          <p:spPr>
            <a:xfrm rot="10800000">
              <a:off x="7575228" y="179552"/>
              <a:ext cx="156974" cy="15697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>
            <a:spLocks noGrp="1"/>
          </p:cNvSpPr>
          <p:nvPr>
            <p:ph type="title"/>
          </p:nvPr>
        </p:nvSpPr>
        <p:spPr>
          <a:xfrm>
            <a:off x="4837200" y="1868825"/>
            <a:ext cx="3593400" cy="6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7"/>
          <p:cNvSpPr txBox="1">
            <a:spLocks noGrp="1"/>
          </p:cNvSpPr>
          <p:nvPr>
            <p:ph type="subTitle" idx="1"/>
          </p:nvPr>
        </p:nvSpPr>
        <p:spPr>
          <a:xfrm>
            <a:off x="4837225" y="2562000"/>
            <a:ext cx="3593400" cy="8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4259237" y="4075275"/>
            <a:ext cx="5028079" cy="5028079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17"/>
          <p:cNvGrpSpPr/>
          <p:nvPr/>
        </p:nvGrpSpPr>
        <p:grpSpPr>
          <a:xfrm rot="-5400000">
            <a:off x="-216193" y="4658240"/>
            <a:ext cx="1069597" cy="465414"/>
            <a:chOff x="1984132" y="3826752"/>
            <a:chExt cx="1069597" cy="465414"/>
          </a:xfrm>
        </p:grpSpPr>
        <p:sp>
          <p:nvSpPr>
            <p:cNvPr id="227" name="Google Shape;227;p17"/>
            <p:cNvSpPr/>
            <p:nvPr/>
          </p:nvSpPr>
          <p:spPr>
            <a:xfrm>
              <a:off x="1984132" y="4192938"/>
              <a:ext cx="99228" cy="99228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2226717" y="4192938"/>
              <a:ext cx="99228" cy="99228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2469302" y="4192938"/>
              <a:ext cx="99228" cy="99228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2711887" y="4192938"/>
              <a:ext cx="99235" cy="99228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1984132" y="4017381"/>
              <a:ext cx="99228" cy="99228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2226717" y="4017381"/>
              <a:ext cx="99228" cy="99228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2469302" y="4017381"/>
              <a:ext cx="99228" cy="99228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2711887" y="4017381"/>
              <a:ext cx="99235" cy="99228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1984132" y="3826752"/>
              <a:ext cx="99228" cy="99228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2226717" y="3826752"/>
              <a:ext cx="99228" cy="99228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2469302" y="3826752"/>
              <a:ext cx="99228" cy="99228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2711887" y="3826752"/>
              <a:ext cx="99235" cy="99228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2954494" y="4192938"/>
              <a:ext cx="99235" cy="99228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2954494" y="4017381"/>
              <a:ext cx="99235" cy="99228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2954494" y="3826752"/>
              <a:ext cx="99235" cy="99228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17"/>
          <p:cNvGrpSpPr/>
          <p:nvPr/>
        </p:nvGrpSpPr>
        <p:grpSpPr>
          <a:xfrm>
            <a:off x="8090751" y="206667"/>
            <a:ext cx="908404" cy="1008532"/>
            <a:chOff x="8090751" y="206667"/>
            <a:chExt cx="908404" cy="1008532"/>
          </a:xfrm>
        </p:grpSpPr>
        <p:sp>
          <p:nvSpPr>
            <p:cNvPr id="243" name="Google Shape;243;p17"/>
            <p:cNvSpPr/>
            <p:nvPr/>
          </p:nvSpPr>
          <p:spPr>
            <a:xfrm>
              <a:off x="8755927" y="206667"/>
              <a:ext cx="243227" cy="243227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8466980" y="781409"/>
              <a:ext cx="433790" cy="43379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8090751" y="359804"/>
              <a:ext cx="147244" cy="14724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248" name="Google Shape;248;p18"/>
          <p:cNvSpPr txBox="1">
            <a:spLocks noGrp="1"/>
          </p:cNvSpPr>
          <p:nvPr>
            <p:ph type="subTitle" idx="1"/>
          </p:nvPr>
        </p:nvSpPr>
        <p:spPr>
          <a:xfrm>
            <a:off x="1694675" y="3315500"/>
            <a:ext cx="67293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Overpass"/>
                <a:ea typeface="Overpass"/>
                <a:cs typeface="Overpass"/>
                <a:sym typeface="Overpas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8"/>
          <p:cNvSpPr txBox="1">
            <a:spLocks noGrp="1"/>
          </p:cNvSpPr>
          <p:nvPr>
            <p:ph type="subTitle" idx="2"/>
          </p:nvPr>
        </p:nvSpPr>
        <p:spPr>
          <a:xfrm>
            <a:off x="1694700" y="1875100"/>
            <a:ext cx="67293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Overpass"/>
                <a:ea typeface="Overpass"/>
                <a:cs typeface="Overpass"/>
                <a:sym typeface="Overpas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8"/>
          <p:cNvSpPr txBox="1">
            <a:spLocks noGrp="1"/>
          </p:cNvSpPr>
          <p:nvPr>
            <p:ph type="subTitle" idx="3"/>
          </p:nvPr>
        </p:nvSpPr>
        <p:spPr>
          <a:xfrm>
            <a:off x="1694675" y="1470250"/>
            <a:ext cx="6729300" cy="48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8"/>
          <p:cNvSpPr txBox="1">
            <a:spLocks noGrp="1"/>
          </p:cNvSpPr>
          <p:nvPr>
            <p:ph type="subTitle" idx="4"/>
          </p:nvPr>
        </p:nvSpPr>
        <p:spPr>
          <a:xfrm>
            <a:off x="1694700" y="2910500"/>
            <a:ext cx="6729300" cy="48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52" name="Google Shape;252;p18"/>
          <p:cNvGrpSpPr/>
          <p:nvPr/>
        </p:nvGrpSpPr>
        <p:grpSpPr>
          <a:xfrm>
            <a:off x="-48339" y="-1329437"/>
            <a:ext cx="2101435" cy="2100160"/>
            <a:chOff x="-48339" y="-1329437"/>
            <a:chExt cx="2101435" cy="2100160"/>
          </a:xfrm>
        </p:grpSpPr>
        <p:sp>
          <p:nvSpPr>
            <p:cNvPr id="253" name="Google Shape;253;p18"/>
            <p:cNvSpPr/>
            <p:nvPr/>
          </p:nvSpPr>
          <p:spPr>
            <a:xfrm rot="10800000">
              <a:off x="199742" y="-1329437"/>
              <a:ext cx="1853354" cy="1850672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4" name="Google Shape;254;p18"/>
            <p:cNvGrpSpPr/>
            <p:nvPr/>
          </p:nvGrpSpPr>
          <p:grpSpPr>
            <a:xfrm>
              <a:off x="-48339" y="-12"/>
              <a:ext cx="727117" cy="770735"/>
              <a:chOff x="5137170" y="1563182"/>
              <a:chExt cx="584358" cy="619462"/>
            </a:xfrm>
          </p:grpSpPr>
          <p:sp>
            <p:nvSpPr>
              <p:cNvPr id="255" name="Google Shape;255;p18"/>
              <p:cNvSpPr/>
              <p:nvPr/>
            </p:nvSpPr>
            <p:spPr>
              <a:xfrm>
                <a:off x="5137170" y="1563182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7811"/>
                    </a:moveTo>
                    <a:cubicBezTo>
                      <a:pt x="96911" y="73631"/>
                      <a:pt x="75956" y="94567"/>
                      <a:pt x="50175" y="94567"/>
                    </a:cubicBezTo>
                    <a:cubicBezTo>
                      <a:pt x="24330" y="94567"/>
                      <a:pt x="3439" y="73631"/>
                      <a:pt x="3439" y="47811"/>
                    </a:cubicBezTo>
                    <a:cubicBezTo>
                      <a:pt x="3439" y="21992"/>
                      <a:pt x="24330" y="1063"/>
                      <a:pt x="50175" y="1063"/>
                    </a:cubicBezTo>
                    <a:cubicBezTo>
                      <a:pt x="75956" y="1063"/>
                      <a:pt x="96911" y="21992"/>
                      <a:pt x="96911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8"/>
              <p:cNvSpPr/>
              <p:nvPr/>
            </p:nvSpPr>
            <p:spPr>
              <a:xfrm>
                <a:off x="5137170" y="1750191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7936"/>
                    </a:moveTo>
                    <a:cubicBezTo>
                      <a:pt x="96911" y="73755"/>
                      <a:pt x="75956" y="94691"/>
                      <a:pt x="50175" y="94691"/>
                    </a:cubicBezTo>
                    <a:cubicBezTo>
                      <a:pt x="24330" y="94691"/>
                      <a:pt x="3439" y="73755"/>
                      <a:pt x="3439" y="47936"/>
                    </a:cubicBezTo>
                    <a:cubicBezTo>
                      <a:pt x="3439" y="22117"/>
                      <a:pt x="24330" y="1187"/>
                      <a:pt x="50175" y="1187"/>
                    </a:cubicBezTo>
                    <a:cubicBezTo>
                      <a:pt x="75956" y="1187"/>
                      <a:pt x="96911" y="22117"/>
                      <a:pt x="96911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8"/>
              <p:cNvSpPr/>
              <p:nvPr/>
            </p:nvSpPr>
            <p:spPr>
              <a:xfrm>
                <a:off x="5312477" y="1563182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7811"/>
                    </a:moveTo>
                    <a:cubicBezTo>
                      <a:pt x="97028" y="73631"/>
                      <a:pt x="76137" y="94567"/>
                      <a:pt x="50292" y="94567"/>
                    </a:cubicBezTo>
                    <a:cubicBezTo>
                      <a:pt x="24447" y="94567"/>
                      <a:pt x="3556" y="73631"/>
                      <a:pt x="3556" y="47811"/>
                    </a:cubicBezTo>
                    <a:cubicBezTo>
                      <a:pt x="3556" y="21992"/>
                      <a:pt x="24447" y="1063"/>
                      <a:pt x="50292" y="1063"/>
                    </a:cubicBezTo>
                    <a:cubicBezTo>
                      <a:pt x="76137" y="1063"/>
                      <a:pt x="97028" y="21992"/>
                      <a:pt x="97028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5312477" y="1750191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7936"/>
                    </a:moveTo>
                    <a:cubicBezTo>
                      <a:pt x="97028" y="73755"/>
                      <a:pt x="76137" y="94691"/>
                      <a:pt x="50292" y="94691"/>
                    </a:cubicBezTo>
                    <a:cubicBezTo>
                      <a:pt x="24447" y="94691"/>
                      <a:pt x="3556" y="73755"/>
                      <a:pt x="3556" y="47936"/>
                    </a:cubicBezTo>
                    <a:cubicBezTo>
                      <a:pt x="3556" y="22117"/>
                      <a:pt x="24447" y="1187"/>
                      <a:pt x="50292" y="1187"/>
                    </a:cubicBezTo>
                    <a:cubicBezTo>
                      <a:pt x="76137" y="1187"/>
                      <a:pt x="97028" y="22117"/>
                      <a:pt x="97028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8"/>
              <p:cNvSpPr/>
              <p:nvPr/>
            </p:nvSpPr>
            <p:spPr>
              <a:xfrm>
                <a:off x="5476117" y="1563182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7811"/>
                    </a:moveTo>
                    <a:cubicBezTo>
                      <a:pt x="97137" y="73631"/>
                      <a:pt x="76182" y="94567"/>
                      <a:pt x="50400" y="94567"/>
                    </a:cubicBezTo>
                    <a:cubicBezTo>
                      <a:pt x="24556" y="94567"/>
                      <a:pt x="3664" y="73631"/>
                      <a:pt x="3664" y="47811"/>
                    </a:cubicBezTo>
                    <a:cubicBezTo>
                      <a:pt x="3664" y="21992"/>
                      <a:pt x="24556" y="1063"/>
                      <a:pt x="50400" y="1063"/>
                    </a:cubicBezTo>
                    <a:cubicBezTo>
                      <a:pt x="76182" y="1063"/>
                      <a:pt x="97137" y="21992"/>
                      <a:pt x="97137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5476117" y="1750191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7936"/>
                    </a:moveTo>
                    <a:cubicBezTo>
                      <a:pt x="97137" y="73755"/>
                      <a:pt x="76182" y="94691"/>
                      <a:pt x="50400" y="94691"/>
                    </a:cubicBezTo>
                    <a:cubicBezTo>
                      <a:pt x="24556" y="94691"/>
                      <a:pt x="3664" y="73755"/>
                      <a:pt x="3664" y="47936"/>
                    </a:cubicBezTo>
                    <a:cubicBezTo>
                      <a:pt x="3664" y="22117"/>
                      <a:pt x="24556" y="1187"/>
                      <a:pt x="50400" y="1187"/>
                    </a:cubicBezTo>
                    <a:cubicBezTo>
                      <a:pt x="76182" y="1187"/>
                      <a:pt x="97137" y="22117"/>
                      <a:pt x="97137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8"/>
              <p:cNvSpPr/>
              <p:nvPr/>
            </p:nvSpPr>
            <p:spPr>
              <a:xfrm>
                <a:off x="5651425" y="1563182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7811"/>
                    </a:moveTo>
                    <a:cubicBezTo>
                      <a:pt x="97253" y="73631"/>
                      <a:pt x="76361" y="94567"/>
                      <a:pt x="50517" y="94567"/>
                    </a:cubicBezTo>
                    <a:cubicBezTo>
                      <a:pt x="24736" y="94567"/>
                      <a:pt x="3781" y="73631"/>
                      <a:pt x="3781" y="47811"/>
                    </a:cubicBezTo>
                    <a:cubicBezTo>
                      <a:pt x="3781" y="21992"/>
                      <a:pt x="24736" y="1063"/>
                      <a:pt x="50517" y="1063"/>
                    </a:cubicBezTo>
                    <a:cubicBezTo>
                      <a:pt x="76361" y="1063"/>
                      <a:pt x="97253" y="21992"/>
                      <a:pt x="97253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8"/>
              <p:cNvSpPr/>
              <p:nvPr/>
            </p:nvSpPr>
            <p:spPr>
              <a:xfrm>
                <a:off x="5651425" y="1750191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7936"/>
                    </a:moveTo>
                    <a:cubicBezTo>
                      <a:pt x="97253" y="73755"/>
                      <a:pt x="76361" y="94691"/>
                      <a:pt x="50517" y="94691"/>
                    </a:cubicBezTo>
                    <a:cubicBezTo>
                      <a:pt x="24736" y="94691"/>
                      <a:pt x="3781" y="73755"/>
                      <a:pt x="3781" y="47936"/>
                    </a:cubicBezTo>
                    <a:cubicBezTo>
                      <a:pt x="3781" y="22117"/>
                      <a:pt x="24736" y="1187"/>
                      <a:pt x="50517" y="1187"/>
                    </a:cubicBezTo>
                    <a:cubicBezTo>
                      <a:pt x="76361" y="1187"/>
                      <a:pt x="97253" y="22117"/>
                      <a:pt x="97253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>
                <a:off x="5137170" y="1925509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8059"/>
                    </a:moveTo>
                    <a:cubicBezTo>
                      <a:pt x="96911" y="73878"/>
                      <a:pt x="75956" y="94807"/>
                      <a:pt x="50175" y="94807"/>
                    </a:cubicBezTo>
                    <a:cubicBezTo>
                      <a:pt x="24330" y="94807"/>
                      <a:pt x="3439" y="73878"/>
                      <a:pt x="3439" y="48059"/>
                    </a:cubicBezTo>
                    <a:cubicBezTo>
                      <a:pt x="3439" y="22240"/>
                      <a:pt x="24330" y="1304"/>
                      <a:pt x="50175" y="1304"/>
                    </a:cubicBezTo>
                    <a:cubicBezTo>
                      <a:pt x="75956" y="1304"/>
                      <a:pt x="96911" y="22240"/>
                      <a:pt x="96911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8"/>
              <p:cNvSpPr/>
              <p:nvPr/>
            </p:nvSpPr>
            <p:spPr>
              <a:xfrm>
                <a:off x="5137170" y="2112518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8183"/>
                    </a:moveTo>
                    <a:cubicBezTo>
                      <a:pt x="96911" y="74002"/>
                      <a:pt x="75956" y="94932"/>
                      <a:pt x="50175" y="94932"/>
                    </a:cubicBezTo>
                    <a:cubicBezTo>
                      <a:pt x="24330" y="94932"/>
                      <a:pt x="3439" y="74002"/>
                      <a:pt x="3439" y="48183"/>
                    </a:cubicBezTo>
                    <a:cubicBezTo>
                      <a:pt x="3439" y="22364"/>
                      <a:pt x="24330" y="1428"/>
                      <a:pt x="50175" y="1428"/>
                    </a:cubicBezTo>
                    <a:cubicBezTo>
                      <a:pt x="75956" y="1428"/>
                      <a:pt x="96911" y="22364"/>
                      <a:pt x="96911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8"/>
              <p:cNvSpPr/>
              <p:nvPr/>
            </p:nvSpPr>
            <p:spPr>
              <a:xfrm>
                <a:off x="5312477" y="1925509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8059"/>
                    </a:moveTo>
                    <a:cubicBezTo>
                      <a:pt x="97028" y="73878"/>
                      <a:pt x="76137" y="94807"/>
                      <a:pt x="50292" y="94807"/>
                    </a:cubicBezTo>
                    <a:cubicBezTo>
                      <a:pt x="24447" y="94807"/>
                      <a:pt x="3556" y="73878"/>
                      <a:pt x="3556" y="48059"/>
                    </a:cubicBezTo>
                    <a:cubicBezTo>
                      <a:pt x="3556" y="22240"/>
                      <a:pt x="24447" y="1304"/>
                      <a:pt x="50292" y="1304"/>
                    </a:cubicBezTo>
                    <a:cubicBezTo>
                      <a:pt x="76137" y="1304"/>
                      <a:pt x="97028" y="22240"/>
                      <a:pt x="97028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8"/>
              <p:cNvSpPr/>
              <p:nvPr/>
            </p:nvSpPr>
            <p:spPr>
              <a:xfrm>
                <a:off x="5312477" y="2112518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8183"/>
                    </a:moveTo>
                    <a:cubicBezTo>
                      <a:pt x="97028" y="74002"/>
                      <a:pt x="76137" y="94932"/>
                      <a:pt x="50292" y="94932"/>
                    </a:cubicBezTo>
                    <a:cubicBezTo>
                      <a:pt x="24447" y="94932"/>
                      <a:pt x="3556" y="74002"/>
                      <a:pt x="3556" y="48183"/>
                    </a:cubicBezTo>
                    <a:cubicBezTo>
                      <a:pt x="3556" y="22364"/>
                      <a:pt x="24447" y="1428"/>
                      <a:pt x="50292" y="1428"/>
                    </a:cubicBezTo>
                    <a:cubicBezTo>
                      <a:pt x="76137" y="1428"/>
                      <a:pt x="97028" y="22364"/>
                      <a:pt x="97028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5476117" y="1925509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8059"/>
                    </a:moveTo>
                    <a:cubicBezTo>
                      <a:pt x="97137" y="73878"/>
                      <a:pt x="76182" y="94807"/>
                      <a:pt x="50400" y="94807"/>
                    </a:cubicBezTo>
                    <a:cubicBezTo>
                      <a:pt x="24556" y="94807"/>
                      <a:pt x="3664" y="73878"/>
                      <a:pt x="3664" y="48059"/>
                    </a:cubicBezTo>
                    <a:cubicBezTo>
                      <a:pt x="3664" y="22240"/>
                      <a:pt x="24556" y="1304"/>
                      <a:pt x="50400" y="1304"/>
                    </a:cubicBezTo>
                    <a:cubicBezTo>
                      <a:pt x="76182" y="1304"/>
                      <a:pt x="97137" y="22240"/>
                      <a:pt x="97137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>
                <a:off x="5476117" y="2112518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8183"/>
                    </a:moveTo>
                    <a:cubicBezTo>
                      <a:pt x="97137" y="74002"/>
                      <a:pt x="76182" y="94932"/>
                      <a:pt x="50400" y="94932"/>
                    </a:cubicBezTo>
                    <a:cubicBezTo>
                      <a:pt x="24556" y="94932"/>
                      <a:pt x="3664" y="74002"/>
                      <a:pt x="3664" y="48183"/>
                    </a:cubicBezTo>
                    <a:cubicBezTo>
                      <a:pt x="3664" y="22364"/>
                      <a:pt x="24556" y="1428"/>
                      <a:pt x="50400" y="1428"/>
                    </a:cubicBezTo>
                    <a:cubicBezTo>
                      <a:pt x="76182" y="1428"/>
                      <a:pt x="97137" y="22364"/>
                      <a:pt x="97137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8"/>
              <p:cNvSpPr/>
              <p:nvPr/>
            </p:nvSpPr>
            <p:spPr>
              <a:xfrm>
                <a:off x="5651425" y="1925509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8059"/>
                    </a:moveTo>
                    <a:cubicBezTo>
                      <a:pt x="97253" y="73878"/>
                      <a:pt x="76361" y="94807"/>
                      <a:pt x="50517" y="94807"/>
                    </a:cubicBezTo>
                    <a:cubicBezTo>
                      <a:pt x="24736" y="94807"/>
                      <a:pt x="3781" y="73878"/>
                      <a:pt x="3781" y="48059"/>
                    </a:cubicBezTo>
                    <a:cubicBezTo>
                      <a:pt x="3781" y="22240"/>
                      <a:pt x="24736" y="1304"/>
                      <a:pt x="50517" y="1304"/>
                    </a:cubicBezTo>
                    <a:cubicBezTo>
                      <a:pt x="76361" y="1304"/>
                      <a:pt x="97253" y="22240"/>
                      <a:pt x="97253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8"/>
              <p:cNvSpPr/>
              <p:nvPr/>
            </p:nvSpPr>
            <p:spPr>
              <a:xfrm>
                <a:off x="5651425" y="2112518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8183"/>
                    </a:moveTo>
                    <a:cubicBezTo>
                      <a:pt x="97253" y="74002"/>
                      <a:pt x="76361" y="94932"/>
                      <a:pt x="50517" y="94932"/>
                    </a:cubicBezTo>
                    <a:cubicBezTo>
                      <a:pt x="24736" y="94932"/>
                      <a:pt x="3781" y="74002"/>
                      <a:pt x="3781" y="48183"/>
                    </a:cubicBezTo>
                    <a:cubicBezTo>
                      <a:pt x="3781" y="22364"/>
                      <a:pt x="24736" y="1428"/>
                      <a:pt x="50517" y="1428"/>
                    </a:cubicBezTo>
                    <a:cubicBezTo>
                      <a:pt x="76361" y="1428"/>
                      <a:pt x="97253" y="22364"/>
                      <a:pt x="97253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1" name="Google Shape;271;p18"/>
          <p:cNvGrpSpPr/>
          <p:nvPr/>
        </p:nvGrpSpPr>
        <p:grpSpPr>
          <a:xfrm>
            <a:off x="8065839" y="153788"/>
            <a:ext cx="926337" cy="1363460"/>
            <a:chOff x="8065839" y="153788"/>
            <a:chExt cx="926337" cy="1363460"/>
          </a:xfrm>
        </p:grpSpPr>
        <p:sp>
          <p:nvSpPr>
            <p:cNvPr id="272" name="Google Shape;272;p18"/>
            <p:cNvSpPr/>
            <p:nvPr/>
          </p:nvSpPr>
          <p:spPr>
            <a:xfrm>
              <a:off x="8664287" y="1257139"/>
              <a:ext cx="260110" cy="26011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8065839" y="153788"/>
              <a:ext cx="162812" cy="16281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8596497" y="187525"/>
              <a:ext cx="395678" cy="395678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20"/>
          <p:cNvGrpSpPr/>
          <p:nvPr/>
        </p:nvGrpSpPr>
        <p:grpSpPr>
          <a:xfrm>
            <a:off x="-2671597" y="-1489200"/>
            <a:ext cx="12010366" cy="10908626"/>
            <a:chOff x="34428" y="-1489200"/>
            <a:chExt cx="12010366" cy="10908626"/>
          </a:xfrm>
        </p:grpSpPr>
        <p:sp>
          <p:nvSpPr>
            <p:cNvPr id="287" name="Google Shape;287;p20"/>
            <p:cNvSpPr/>
            <p:nvPr/>
          </p:nvSpPr>
          <p:spPr>
            <a:xfrm>
              <a:off x="10013200" y="-1489200"/>
              <a:ext cx="2031593" cy="2028705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0"/>
            <p:cNvSpPr/>
            <p:nvPr/>
          </p:nvSpPr>
          <p:spPr>
            <a:xfrm rot="10800000">
              <a:off x="34428" y="4161998"/>
              <a:ext cx="5265061" cy="5257428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20"/>
            <p:cNvGrpSpPr/>
            <p:nvPr/>
          </p:nvGrpSpPr>
          <p:grpSpPr>
            <a:xfrm>
              <a:off x="10985386" y="154126"/>
              <a:ext cx="727117" cy="770735"/>
              <a:chOff x="11597168" y="-2013303"/>
              <a:chExt cx="584358" cy="619462"/>
            </a:xfrm>
          </p:grpSpPr>
          <p:sp>
            <p:nvSpPr>
              <p:cNvPr id="290" name="Google Shape;290;p20"/>
              <p:cNvSpPr/>
              <p:nvPr/>
            </p:nvSpPr>
            <p:spPr>
              <a:xfrm>
                <a:off x="11597168" y="-2013303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7811"/>
                    </a:moveTo>
                    <a:cubicBezTo>
                      <a:pt x="96911" y="73631"/>
                      <a:pt x="75956" y="94567"/>
                      <a:pt x="50175" y="94567"/>
                    </a:cubicBezTo>
                    <a:cubicBezTo>
                      <a:pt x="24330" y="94567"/>
                      <a:pt x="3439" y="73631"/>
                      <a:pt x="3439" y="47811"/>
                    </a:cubicBezTo>
                    <a:cubicBezTo>
                      <a:pt x="3439" y="21992"/>
                      <a:pt x="24330" y="1063"/>
                      <a:pt x="50175" y="1063"/>
                    </a:cubicBezTo>
                    <a:cubicBezTo>
                      <a:pt x="75956" y="1063"/>
                      <a:pt x="96911" y="21992"/>
                      <a:pt x="96911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20"/>
              <p:cNvSpPr/>
              <p:nvPr/>
            </p:nvSpPr>
            <p:spPr>
              <a:xfrm>
                <a:off x="11597168" y="-1826294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7936"/>
                    </a:moveTo>
                    <a:cubicBezTo>
                      <a:pt x="96911" y="73755"/>
                      <a:pt x="75956" y="94691"/>
                      <a:pt x="50175" y="94691"/>
                    </a:cubicBezTo>
                    <a:cubicBezTo>
                      <a:pt x="24330" y="94691"/>
                      <a:pt x="3439" y="73755"/>
                      <a:pt x="3439" y="47936"/>
                    </a:cubicBezTo>
                    <a:cubicBezTo>
                      <a:pt x="3439" y="22117"/>
                      <a:pt x="24330" y="1187"/>
                      <a:pt x="50175" y="1187"/>
                    </a:cubicBezTo>
                    <a:cubicBezTo>
                      <a:pt x="75956" y="1187"/>
                      <a:pt x="96911" y="22117"/>
                      <a:pt x="96911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20"/>
              <p:cNvSpPr/>
              <p:nvPr/>
            </p:nvSpPr>
            <p:spPr>
              <a:xfrm>
                <a:off x="11772475" y="-2013303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7811"/>
                    </a:moveTo>
                    <a:cubicBezTo>
                      <a:pt x="97028" y="73631"/>
                      <a:pt x="76137" y="94567"/>
                      <a:pt x="50292" y="94567"/>
                    </a:cubicBezTo>
                    <a:cubicBezTo>
                      <a:pt x="24447" y="94567"/>
                      <a:pt x="3556" y="73631"/>
                      <a:pt x="3556" y="47811"/>
                    </a:cubicBezTo>
                    <a:cubicBezTo>
                      <a:pt x="3556" y="21992"/>
                      <a:pt x="24447" y="1063"/>
                      <a:pt x="50292" y="1063"/>
                    </a:cubicBezTo>
                    <a:cubicBezTo>
                      <a:pt x="76137" y="1063"/>
                      <a:pt x="97028" y="21992"/>
                      <a:pt x="97028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20"/>
              <p:cNvSpPr/>
              <p:nvPr/>
            </p:nvSpPr>
            <p:spPr>
              <a:xfrm>
                <a:off x="11772475" y="-1826294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7936"/>
                    </a:moveTo>
                    <a:cubicBezTo>
                      <a:pt x="97028" y="73755"/>
                      <a:pt x="76137" y="94691"/>
                      <a:pt x="50292" y="94691"/>
                    </a:cubicBezTo>
                    <a:cubicBezTo>
                      <a:pt x="24447" y="94691"/>
                      <a:pt x="3556" y="73755"/>
                      <a:pt x="3556" y="47936"/>
                    </a:cubicBezTo>
                    <a:cubicBezTo>
                      <a:pt x="3556" y="22117"/>
                      <a:pt x="24447" y="1187"/>
                      <a:pt x="50292" y="1187"/>
                    </a:cubicBezTo>
                    <a:cubicBezTo>
                      <a:pt x="76137" y="1187"/>
                      <a:pt x="97028" y="22117"/>
                      <a:pt x="97028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20"/>
              <p:cNvSpPr/>
              <p:nvPr/>
            </p:nvSpPr>
            <p:spPr>
              <a:xfrm>
                <a:off x="11936114" y="-2013303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7811"/>
                    </a:moveTo>
                    <a:cubicBezTo>
                      <a:pt x="97137" y="73631"/>
                      <a:pt x="76182" y="94567"/>
                      <a:pt x="50400" y="94567"/>
                    </a:cubicBezTo>
                    <a:cubicBezTo>
                      <a:pt x="24556" y="94567"/>
                      <a:pt x="3664" y="73631"/>
                      <a:pt x="3664" y="47811"/>
                    </a:cubicBezTo>
                    <a:cubicBezTo>
                      <a:pt x="3664" y="21992"/>
                      <a:pt x="24556" y="1063"/>
                      <a:pt x="50400" y="1063"/>
                    </a:cubicBezTo>
                    <a:cubicBezTo>
                      <a:pt x="76182" y="1063"/>
                      <a:pt x="97137" y="21992"/>
                      <a:pt x="97137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20"/>
              <p:cNvSpPr/>
              <p:nvPr/>
            </p:nvSpPr>
            <p:spPr>
              <a:xfrm>
                <a:off x="11936114" y="-1826294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7936"/>
                    </a:moveTo>
                    <a:cubicBezTo>
                      <a:pt x="97137" y="73755"/>
                      <a:pt x="76182" y="94691"/>
                      <a:pt x="50400" y="94691"/>
                    </a:cubicBezTo>
                    <a:cubicBezTo>
                      <a:pt x="24556" y="94691"/>
                      <a:pt x="3664" y="73755"/>
                      <a:pt x="3664" y="47936"/>
                    </a:cubicBezTo>
                    <a:cubicBezTo>
                      <a:pt x="3664" y="22117"/>
                      <a:pt x="24556" y="1187"/>
                      <a:pt x="50400" y="1187"/>
                    </a:cubicBezTo>
                    <a:cubicBezTo>
                      <a:pt x="76182" y="1187"/>
                      <a:pt x="97137" y="22117"/>
                      <a:pt x="97137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20"/>
              <p:cNvSpPr/>
              <p:nvPr/>
            </p:nvSpPr>
            <p:spPr>
              <a:xfrm>
                <a:off x="12111422" y="-2013303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7811"/>
                    </a:moveTo>
                    <a:cubicBezTo>
                      <a:pt x="97253" y="73631"/>
                      <a:pt x="76361" y="94567"/>
                      <a:pt x="50517" y="94567"/>
                    </a:cubicBezTo>
                    <a:cubicBezTo>
                      <a:pt x="24736" y="94567"/>
                      <a:pt x="3781" y="73631"/>
                      <a:pt x="3781" y="47811"/>
                    </a:cubicBezTo>
                    <a:cubicBezTo>
                      <a:pt x="3781" y="21992"/>
                      <a:pt x="24736" y="1063"/>
                      <a:pt x="50517" y="1063"/>
                    </a:cubicBezTo>
                    <a:cubicBezTo>
                      <a:pt x="76361" y="1063"/>
                      <a:pt x="97253" y="21992"/>
                      <a:pt x="97253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20"/>
              <p:cNvSpPr/>
              <p:nvPr/>
            </p:nvSpPr>
            <p:spPr>
              <a:xfrm>
                <a:off x="12111422" y="-1826294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7936"/>
                    </a:moveTo>
                    <a:cubicBezTo>
                      <a:pt x="97253" y="73755"/>
                      <a:pt x="76361" y="94691"/>
                      <a:pt x="50517" y="94691"/>
                    </a:cubicBezTo>
                    <a:cubicBezTo>
                      <a:pt x="24736" y="94691"/>
                      <a:pt x="3781" y="73755"/>
                      <a:pt x="3781" y="47936"/>
                    </a:cubicBezTo>
                    <a:cubicBezTo>
                      <a:pt x="3781" y="22117"/>
                      <a:pt x="24736" y="1187"/>
                      <a:pt x="50517" y="1187"/>
                    </a:cubicBezTo>
                    <a:cubicBezTo>
                      <a:pt x="76361" y="1187"/>
                      <a:pt x="97253" y="22117"/>
                      <a:pt x="97253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20"/>
              <p:cNvSpPr/>
              <p:nvPr/>
            </p:nvSpPr>
            <p:spPr>
              <a:xfrm>
                <a:off x="11597168" y="-1650976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8059"/>
                    </a:moveTo>
                    <a:cubicBezTo>
                      <a:pt x="96911" y="73878"/>
                      <a:pt x="75956" y="94807"/>
                      <a:pt x="50175" y="94807"/>
                    </a:cubicBezTo>
                    <a:cubicBezTo>
                      <a:pt x="24330" y="94807"/>
                      <a:pt x="3439" y="73878"/>
                      <a:pt x="3439" y="48059"/>
                    </a:cubicBezTo>
                    <a:cubicBezTo>
                      <a:pt x="3439" y="22240"/>
                      <a:pt x="24330" y="1304"/>
                      <a:pt x="50175" y="1304"/>
                    </a:cubicBezTo>
                    <a:cubicBezTo>
                      <a:pt x="75956" y="1304"/>
                      <a:pt x="96911" y="22240"/>
                      <a:pt x="96911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20"/>
              <p:cNvSpPr/>
              <p:nvPr/>
            </p:nvSpPr>
            <p:spPr>
              <a:xfrm>
                <a:off x="11597168" y="-1463967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8183"/>
                    </a:moveTo>
                    <a:cubicBezTo>
                      <a:pt x="96911" y="74002"/>
                      <a:pt x="75956" y="94932"/>
                      <a:pt x="50175" y="94932"/>
                    </a:cubicBezTo>
                    <a:cubicBezTo>
                      <a:pt x="24330" y="94932"/>
                      <a:pt x="3439" y="74002"/>
                      <a:pt x="3439" y="48183"/>
                    </a:cubicBezTo>
                    <a:cubicBezTo>
                      <a:pt x="3439" y="22364"/>
                      <a:pt x="24330" y="1428"/>
                      <a:pt x="50175" y="1428"/>
                    </a:cubicBezTo>
                    <a:cubicBezTo>
                      <a:pt x="75956" y="1428"/>
                      <a:pt x="96911" y="22364"/>
                      <a:pt x="96911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20"/>
              <p:cNvSpPr/>
              <p:nvPr/>
            </p:nvSpPr>
            <p:spPr>
              <a:xfrm>
                <a:off x="11772475" y="-1650976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8059"/>
                    </a:moveTo>
                    <a:cubicBezTo>
                      <a:pt x="97028" y="73878"/>
                      <a:pt x="76137" y="94807"/>
                      <a:pt x="50292" y="94807"/>
                    </a:cubicBezTo>
                    <a:cubicBezTo>
                      <a:pt x="24447" y="94807"/>
                      <a:pt x="3556" y="73878"/>
                      <a:pt x="3556" y="48059"/>
                    </a:cubicBezTo>
                    <a:cubicBezTo>
                      <a:pt x="3556" y="22240"/>
                      <a:pt x="24447" y="1304"/>
                      <a:pt x="50292" y="1304"/>
                    </a:cubicBezTo>
                    <a:cubicBezTo>
                      <a:pt x="76137" y="1304"/>
                      <a:pt x="97028" y="22240"/>
                      <a:pt x="97028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20"/>
              <p:cNvSpPr/>
              <p:nvPr/>
            </p:nvSpPr>
            <p:spPr>
              <a:xfrm>
                <a:off x="11772475" y="-1463967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8183"/>
                    </a:moveTo>
                    <a:cubicBezTo>
                      <a:pt x="97028" y="74002"/>
                      <a:pt x="76137" y="94932"/>
                      <a:pt x="50292" y="94932"/>
                    </a:cubicBezTo>
                    <a:cubicBezTo>
                      <a:pt x="24447" y="94932"/>
                      <a:pt x="3556" y="74002"/>
                      <a:pt x="3556" y="48183"/>
                    </a:cubicBezTo>
                    <a:cubicBezTo>
                      <a:pt x="3556" y="22364"/>
                      <a:pt x="24447" y="1428"/>
                      <a:pt x="50292" y="1428"/>
                    </a:cubicBezTo>
                    <a:cubicBezTo>
                      <a:pt x="76137" y="1428"/>
                      <a:pt x="97028" y="22364"/>
                      <a:pt x="97028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20"/>
              <p:cNvSpPr/>
              <p:nvPr/>
            </p:nvSpPr>
            <p:spPr>
              <a:xfrm>
                <a:off x="11936114" y="-1650976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8059"/>
                    </a:moveTo>
                    <a:cubicBezTo>
                      <a:pt x="97137" y="73878"/>
                      <a:pt x="76182" y="94807"/>
                      <a:pt x="50400" y="94807"/>
                    </a:cubicBezTo>
                    <a:cubicBezTo>
                      <a:pt x="24556" y="94807"/>
                      <a:pt x="3664" y="73878"/>
                      <a:pt x="3664" y="48059"/>
                    </a:cubicBezTo>
                    <a:cubicBezTo>
                      <a:pt x="3664" y="22240"/>
                      <a:pt x="24556" y="1304"/>
                      <a:pt x="50400" y="1304"/>
                    </a:cubicBezTo>
                    <a:cubicBezTo>
                      <a:pt x="76182" y="1304"/>
                      <a:pt x="97137" y="22240"/>
                      <a:pt x="97137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20"/>
              <p:cNvSpPr/>
              <p:nvPr/>
            </p:nvSpPr>
            <p:spPr>
              <a:xfrm>
                <a:off x="11936114" y="-1463967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8183"/>
                    </a:moveTo>
                    <a:cubicBezTo>
                      <a:pt x="97137" y="74002"/>
                      <a:pt x="76182" y="94932"/>
                      <a:pt x="50400" y="94932"/>
                    </a:cubicBezTo>
                    <a:cubicBezTo>
                      <a:pt x="24556" y="94932"/>
                      <a:pt x="3664" y="74002"/>
                      <a:pt x="3664" y="48183"/>
                    </a:cubicBezTo>
                    <a:cubicBezTo>
                      <a:pt x="3664" y="22364"/>
                      <a:pt x="24556" y="1428"/>
                      <a:pt x="50400" y="1428"/>
                    </a:cubicBezTo>
                    <a:cubicBezTo>
                      <a:pt x="76182" y="1428"/>
                      <a:pt x="97137" y="22364"/>
                      <a:pt x="97137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20"/>
              <p:cNvSpPr/>
              <p:nvPr/>
            </p:nvSpPr>
            <p:spPr>
              <a:xfrm>
                <a:off x="12111422" y="-1650976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8059"/>
                    </a:moveTo>
                    <a:cubicBezTo>
                      <a:pt x="97253" y="73878"/>
                      <a:pt x="76361" y="94807"/>
                      <a:pt x="50517" y="94807"/>
                    </a:cubicBezTo>
                    <a:cubicBezTo>
                      <a:pt x="24736" y="94807"/>
                      <a:pt x="3781" y="73878"/>
                      <a:pt x="3781" y="48059"/>
                    </a:cubicBezTo>
                    <a:cubicBezTo>
                      <a:pt x="3781" y="22240"/>
                      <a:pt x="24736" y="1304"/>
                      <a:pt x="50517" y="1304"/>
                    </a:cubicBezTo>
                    <a:cubicBezTo>
                      <a:pt x="76361" y="1304"/>
                      <a:pt x="97253" y="22240"/>
                      <a:pt x="97253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20"/>
              <p:cNvSpPr/>
              <p:nvPr/>
            </p:nvSpPr>
            <p:spPr>
              <a:xfrm>
                <a:off x="12111422" y="-1463967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8183"/>
                    </a:moveTo>
                    <a:cubicBezTo>
                      <a:pt x="97253" y="74002"/>
                      <a:pt x="76361" y="94932"/>
                      <a:pt x="50517" y="94932"/>
                    </a:cubicBezTo>
                    <a:cubicBezTo>
                      <a:pt x="24736" y="94932"/>
                      <a:pt x="3781" y="74002"/>
                      <a:pt x="3781" y="48183"/>
                    </a:cubicBezTo>
                    <a:cubicBezTo>
                      <a:pt x="3781" y="22364"/>
                      <a:pt x="24736" y="1428"/>
                      <a:pt x="50517" y="1428"/>
                    </a:cubicBezTo>
                    <a:cubicBezTo>
                      <a:pt x="76361" y="1428"/>
                      <a:pt x="97253" y="22364"/>
                      <a:pt x="97253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6" name="Google Shape;30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0"/>
          <p:cNvSpPr txBox="1">
            <a:spLocks noGrp="1"/>
          </p:cNvSpPr>
          <p:nvPr>
            <p:ph type="subTitle" idx="1"/>
          </p:nvPr>
        </p:nvSpPr>
        <p:spPr>
          <a:xfrm>
            <a:off x="720000" y="2424525"/>
            <a:ext cx="24438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0"/>
          <p:cNvSpPr txBox="1">
            <a:spLocks noGrp="1"/>
          </p:cNvSpPr>
          <p:nvPr>
            <p:ph type="subTitle" idx="2"/>
          </p:nvPr>
        </p:nvSpPr>
        <p:spPr>
          <a:xfrm>
            <a:off x="3388050" y="2424525"/>
            <a:ext cx="23679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20"/>
          <p:cNvSpPr txBox="1">
            <a:spLocks noGrp="1"/>
          </p:cNvSpPr>
          <p:nvPr>
            <p:ph type="subTitle" idx="3"/>
          </p:nvPr>
        </p:nvSpPr>
        <p:spPr>
          <a:xfrm>
            <a:off x="6056100" y="2424525"/>
            <a:ext cx="23679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20"/>
          <p:cNvSpPr txBox="1">
            <a:spLocks noGrp="1"/>
          </p:cNvSpPr>
          <p:nvPr>
            <p:ph type="subTitle" idx="4"/>
          </p:nvPr>
        </p:nvSpPr>
        <p:spPr>
          <a:xfrm>
            <a:off x="720000" y="1905100"/>
            <a:ext cx="2443800" cy="4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11" name="Google Shape;311;p20"/>
          <p:cNvSpPr txBox="1">
            <a:spLocks noGrp="1"/>
          </p:cNvSpPr>
          <p:nvPr>
            <p:ph type="subTitle" idx="5"/>
          </p:nvPr>
        </p:nvSpPr>
        <p:spPr>
          <a:xfrm>
            <a:off x="3388050" y="1905000"/>
            <a:ext cx="2367900" cy="4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12" name="Google Shape;312;p20"/>
          <p:cNvSpPr txBox="1">
            <a:spLocks noGrp="1"/>
          </p:cNvSpPr>
          <p:nvPr>
            <p:ph type="subTitle" idx="6"/>
          </p:nvPr>
        </p:nvSpPr>
        <p:spPr>
          <a:xfrm>
            <a:off x="6056100" y="1905000"/>
            <a:ext cx="2367900" cy="4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13" name="Google Shape;313;p20"/>
          <p:cNvGrpSpPr/>
          <p:nvPr/>
        </p:nvGrpSpPr>
        <p:grpSpPr>
          <a:xfrm>
            <a:off x="62872" y="64352"/>
            <a:ext cx="6580168" cy="4734562"/>
            <a:chOff x="62872" y="64352"/>
            <a:chExt cx="6580168" cy="4734562"/>
          </a:xfrm>
        </p:grpSpPr>
        <p:grpSp>
          <p:nvGrpSpPr>
            <p:cNvPr id="314" name="Google Shape;314;p20"/>
            <p:cNvGrpSpPr/>
            <p:nvPr/>
          </p:nvGrpSpPr>
          <p:grpSpPr>
            <a:xfrm>
              <a:off x="62872" y="64352"/>
              <a:ext cx="596373" cy="1263643"/>
              <a:chOff x="62872" y="64352"/>
              <a:chExt cx="596373" cy="1263643"/>
            </a:xfrm>
          </p:grpSpPr>
          <p:sp>
            <p:nvSpPr>
              <p:cNvPr id="315" name="Google Shape;315;p20"/>
              <p:cNvSpPr/>
              <p:nvPr/>
            </p:nvSpPr>
            <p:spPr>
              <a:xfrm>
                <a:off x="62872" y="424887"/>
                <a:ext cx="395678" cy="395678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20"/>
              <p:cNvSpPr/>
              <p:nvPr/>
            </p:nvSpPr>
            <p:spPr>
              <a:xfrm>
                <a:off x="413949" y="1082805"/>
                <a:ext cx="245191" cy="245191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20"/>
              <p:cNvSpPr/>
              <p:nvPr/>
            </p:nvSpPr>
            <p:spPr>
              <a:xfrm>
                <a:off x="514596" y="64352"/>
                <a:ext cx="144650" cy="144650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8" name="Google Shape;318;p20"/>
            <p:cNvSpPr/>
            <p:nvPr/>
          </p:nvSpPr>
          <p:spPr>
            <a:xfrm>
              <a:off x="6253200" y="4409074"/>
              <a:ext cx="389840" cy="38984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1904023" y="4508974"/>
              <a:ext cx="190055" cy="19005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"/>
          <p:cNvSpPr txBox="1">
            <a:spLocks noGrp="1"/>
          </p:cNvSpPr>
          <p:nvPr>
            <p:ph type="title"/>
          </p:nvPr>
        </p:nvSpPr>
        <p:spPr>
          <a:xfrm>
            <a:off x="2347938" y="8385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24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11" name="Google Shape;411;p24"/>
          <p:cNvGrpSpPr/>
          <p:nvPr/>
        </p:nvGrpSpPr>
        <p:grpSpPr>
          <a:xfrm>
            <a:off x="-839725" y="-2017850"/>
            <a:ext cx="9805156" cy="9783573"/>
            <a:chOff x="-839725" y="-2017850"/>
            <a:chExt cx="9805156" cy="9783573"/>
          </a:xfrm>
        </p:grpSpPr>
        <p:sp>
          <p:nvSpPr>
            <p:cNvPr id="412" name="Google Shape;412;p24"/>
            <p:cNvSpPr/>
            <p:nvPr/>
          </p:nvSpPr>
          <p:spPr>
            <a:xfrm>
              <a:off x="-839725" y="4215799"/>
              <a:ext cx="3555082" cy="3549924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4"/>
            <p:cNvSpPr/>
            <p:nvPr/>
          </p:nvSpPr>
          <p:spPr>
            <a:xfrm>
              <a:off x="6419750" y="-2017850"/>
              <a:ext cx="2545680" cy="254196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24"/>
          <p:cNvGrpSpPr/>
          <p:nvPr/>
        </p:nvGrpSpPr>
        <p:grpSpPr>
          <a:xfrm rot="-5400000">
            <a:off x="164425" y="3959094"/>
            <a:ext cx="799442" cy="490349"/>
            <a:chOff x="277106" y="4125861"/>
            <a:chExt cx="940410" cy="576813"/>
          </a:xfrm>
        </p:grpSpPr>
        <p:sp>
          <p:nvSpPr>
            <p:cNvPr id="415" name="Google Shape;415;p24"/>
            <p:cNvSpPr/>
            <p:nvPr/>
          </p:nvSpPr>
          <p:spPr>
            <a:xfrm>
              <a:off x="277106" y="4615411"/>
              <a:ext cx="87263" cy="87263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490386" y="4615411"/>
              <a:ext cx="87263" cy="87263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24"/>
            <p:cNvSpPr/>
            <p:nvPr/>
          </p:nvSpPr>
          <p:spPr>
            <a:xfrm>
              <a:off x="703666" y="4615411"/>
              <a:ext cx="87263" cy="87263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916946" y="4615411"/>
              <a:ext cx="87269" cy="87263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>
              <a:off x="277106" y="4447811"/>
              <a:ext cx="87263" cy="87263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490386" y="4447811"/>
              <a:ext cx="87263" cy="87263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703666" y="4447811"/>
              <a:ext cx="87263" cy="87263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916946" y="4447811"/>
              <a:ext cx="87269" cy="87263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277106" y="4293461"/>
              <a:ext cx="87263" cy="87263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490386" y="4293461"/>
              <a:ext cx="87263" cy="87263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703666" y="4293461"/>
              <a:ext cx="87263" cy="87263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916946" y="4293461"/>
              <a:ext cx="87269" cy="87263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277106" y="4125861"/>
              <a:ext cx="87263" cy="87263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490386" y="4125861"/>
              <a:ext cx="87263" cy="87263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24"/>
            <p:cNvSpPr/>
            <p:nvPr/>
          </p:nvSpPr>
          <p:spPr>
            <a:xfrm>
              <a:off x="703666" y="4125861"/>
              <a:ext cx="87263" cy="87263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916946" y="4125861"/>
              <a:ext cx="87269" cy="87263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1130246" y="4615411"/>
              <a:ext cx="87269" cy="87263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1130246" y="4447811"/>
              <a:ext cx="87269" cy="87263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1130246" y="4293461"/>
              <a:ext cx="87269" cy="87263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24"/>
            <p:cNvSpPr/>
            <p:nvPr/>
          </p:nvSpPr>
          <p:spPr>
            <a:xfrm>
              <a:off x="1130246" y="4125861"/>
              <a:ext cx="87269" cy="87263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25"/>
          <p:cNvGrpSpPr/>
          <p:nvPr/>
        </p:nvGrpSpPr>
        <p:grpSpPr>
          <a:xfrm>
            <a:off x="-851750" y="-2017850"/>
            <a:ext cx="10709381" cy="10265848"/>
            <a:chOff x="-851750" y="-2017850"/>
            <a:chExt cx="10709381" cy="10265848"/>
          </a:xfrm>
        </p:grpSpPr>
        <p:sp>
          <p:nvSpPr>
            <p:cNvPr id="437" name="Google Shape;437;p25"/>
            <p:cNvSpPr/>
            <p:nvPr/>
          </p:nvSpPr>
          <p:spPr>
            <a:xfrm>
              <a:off x="-851750" y="4698074"/>
              <a:ext cx="3555082" cy="3549924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5"/>
            <p:cNvSpPr/>
            <p:nvPr/>
          </p:nvSpPr>
          <p:spPr>
            <a:xfrm>
              <a:off x="7311950" y="-2017850"/>
              <a:ext cx="2545680" cy="254196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p25"/>
          <p:cNvGrpSpPr/>
          <p:nvPr/>
        </p:nvGrpSpPr>
        <p:grpSpPr>
          <a:xfrm>
            <a:off x="75773" y="802442"/>
            <a:ext cx="8970587" cy="4295008"/>
            <a:chOff x="75773" y="802442"/>
            <a:chExt cx="8970587" cy="4295008"/>
          </a:xfrm>
        </p:grpSpPr>
        <p:sp>
          <p:nvSpPr>
            <p:cNvPr id="440" name="Google Shape;440;p25"/>
            <p:cNvSpPr/>
            <p:nvPr/>
          </p:nvSpPr>
          <p:spPr>
            <a:xfrm rot="10800000" flipH="1">
              <a:off x="398275" y="4717340"/>
              <a:ext cx="380110" cy="38011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5"/>
            <p:cNvSpPr/>
            <p:nvPr/>
          </p:nvSpPr>
          <p:spPr>
            <a:xfrm rot="10800000" flipH="1">
              <a:off x="1007975" y="4570623"/>
              <a:ext cx="229623" cy="229623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5"/>
            <p:cNvSpPr/>
            <p:nvPr/>
          </p:nvSpPr>
          <p:spPr>
            <a:xfrm rot="10800000" flipH="1">
              <a:off x="75773" y="4611605"/>
              <a:ext cx="147893" cy="147893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5"/>
            <p:cNvSpPr/>
            <p:nvPr/>
          </p:nvSpPr>
          <p:spPr>
            <a:xfrm rot="10800000" flipH="1">
              <a:off x="8666250" y="2548865"/>
              <a:ext cx="380110" cy="38011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5"/>
            <p:cNvSpPr/>
            <p:nvPr/>
          </p:nvSpPr>
          <p:spPr>
            <a:xfrm rot="10800000" flipH="1">
              <a:off x="8570775" y="802442"/>
              <a:ext cx="201082" cy="20108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26"/>
          <p:cNvGrpSpPr/>
          <p:nvPr/>
        </p:nvGrpSpPr>
        <p:grpSpPr>
          <a:xfrm>
            <a:off x="-2524002" y="-4596756"/>
            <a:ext cx="13611540" cy="14506657"/>
            <a:chOff x="-2524002" y="-4596756"/>
            <a:chExt cx="13611540" cy="14506657"/>
          </a:xfrm>
        </p:grpSpPr>
        <p:sp>
          <p:nvSpPr>
            <p:cNvPr id="447" name="Google Shape;447;p26"/>
            <p:cNvSpPr/>
            <p:nvPr/>
          </p:nvSpPr>
          <p:spPr>
            <a:xfrm rot="10800000">
              <a:off x="5773998" y="-4596756"/>
              <a:ext cx="5313540" cy="530590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 rot="10800000">
              <a:off x="-2524002" y="4603994"/>
              <a:ext cx="5313540" cy="530590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26"/>
          <p:cNvGrpSpPr/>
          <p:nvPr/>
        </p:nvGrpSpPr>
        <p:grpSpPr>
          <a:xfrm>
            <a:off x="237106" y="4676144"/>
            <a:ext cx="952222" cy="319917"/>
            <a:chOff x="1608712" y="575096"/>
            <a:chExt cx="675431" cy="226924"/>
          </a:xfrm>
        </p:grpSpPr>
        <p:sp>
          <p:nvSpPr>
            <p:cNvPr id="450" name="Google Shape;450;p26"/>
            <p:cNvSpPr/>
            <p:nvPr/>
          </p:nvSpPr>
          <p:spPr>
            <a:xfrm>
              <a:off x="160871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1768398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1763436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192312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190784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2067525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206256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2222250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8" name="Google Shape;458;p26"/>
          <p:cNvGrpSpPr/>
          <p:nvPr/>
        </p:nvGrpSpPr>
        <p:grpSpPr>
          <a:xfrm rot="10800000">
            <a:off x="7751381" y="-395531"/>
            <a:ext cx="1334718" cy="1598162"/>
            <a:chOff x="6666988" y="1882059"/>
            <a:chExt cx="1334718" cy="1598162"/>
          </a:xfrm>
        </p:grpSpPr>
        <p:sp>
          <p:nvSpPr>
            <p:cNvPr id="459" name="Google Shape;459;p26"/>
            <p:cNvSpPr/>
            <p:nvPr/>
          </p:nvSpPr>
          <p:spPr>
            <a:xfrm flipH="1">
              <a:off x="6666988" y="2402621"/>
              <a:ext cx="969600" cy="10776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 flipH="1">
              <a:off x="7598506" y="2123553"/>
              <a:ext cx="403200" cy="4482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 flipH="1">
              <a:off x="6942750" y="1882059"/>
              <a:ext cx="217500" cy="2415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7" r:id="rId4"/>
    <p:sldLayoutId id="2147483658" r:id="rId5"/>
    <p:sldLayoutId id="2147483659" r:id="rId6"/>
    <p:sldLayoutId id="2147483663" r:id="rId7"/>
    <p:sldLayoutId id="2147483664" r:id="rId8"/>
    <p:sldLayoutId id="2147483666" r:id="rId9"/>
    <p:sldLayoutId id="2147483670" r:id="rId10"/>
    <p:sldLayoutId id="2147483671" r:id="rId11"/>
    <p:sldLayoutId id="214748367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8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9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0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>
            <a:spLocks noGrp="1"/>
          </p:cNvSpPr>
          <p:nvPr>
            <p:ph type="subTitle" idx="1"/>
          </p:nvPr>
        </p:nvSpPr>
        <p:spPr>
          <a:xfrm>
            <a:off x="557276" y="3747837"/>
            <a:ext cx="43938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Projeto Aplicado II</a:t>
            </a: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473" name="Google Shape;473;p30"/>
          <p:cNvSpPr txBox="1">
            <a:spLocks noGrp="1"/>
          </p:cNvSpPr>
          <p:nvPr>
            <p:ph type="ctrTitle"/>
          </p:nvPr>
        </p:nvSpPr>
        <p:spPr>
          <a:xfrm>
            <a:off x="515607" y="1755810"/>
            <a:ext cx="4393800" cy="20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“EPIDEMIA” DE PARTOS CESÁREOS NO BRASIL</a:t>
            </a:r>
            <a:endParaRPr dirty="0"/>
          </a:p>
        </p:txBody>
      </p:sp>
      <p:sp>
        <p:nvSpPr>
          <p:cNvPr id="474" name="Google Shape;474;p30"/>
          <p:cNvSpPr/>
          <p:nvPr/>
        </p:nvSpPr>
        <p:spPr>
          <a:xfrm rot="-2700000">
            <a:off x="4988208" y="-3126068"/>
            <a:ext cx="6691636" cy="6691636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5" name="Google Shape;475;p30"/>
          <p:cNvGrpSpPr/>
          <p:nvPr/>
        </p:nvGrpSpPr>
        <p:grpSpPr>
          <a:xfrm>
            <a:off x="5413553" y="558710"/>
            <a:ext cx="3727829" cy="4584794"/>
            <a:chOff x="5413553" y="558710"/>
            <a:chExt cx="3727829" cy="4584794"/>
          </a:xfrm>
        </p:grpSpPr>
        <p:grpSp>
          <p:nvGrpSpPr>
            <p:cNvPr id="476" name="Google Shape;476;p30"/>
            <p:cNvGrpSpPr/>
            <p:nvPr/>
          </p:nvGrpSpPr>
          <p:grpSpPr>
            <a:xfrm>
              <a:off x="5413553" y="558710"/>
              <a:ext cx="3727829" cy="4584794"/>
              <a:chOff x="4957528" y="558710"/>
              <a:chExt cx="3727829" cy="4584794"/>
            </a:xfrm>
          </p:grpSpPr>
          <p:sp>
            <p:nvSpPr>
              <p:cNvPr id="477" name="Google Shape;477;p30"/>
              <p:cNvSpPr/>
              <p:nvPr/>
            </p:nvSpPr>
            <p:spPr>
              <a:xfrm>
                <a:off x="6273455" y="4424009"/>
                <a:ext cx="366236" cy="719495"/>
              </a:xfrm>
              <a:custGeom>
                <a:avLst/>
                <a:gdLst/>
                <a:ahLst/>
                <a:cxnLst/>
                <a:rect l="l" t="t" r="r" b="b"/>
                <a:pathLst>
                  <a:path w="488315" h="959327" extrusionOk="0">
                    <a:moveTo>
                      <a:pt x="480353" y="962508"/>
                    </a:moveTo>
                    <a:lnTo>
                      <a:pt x="492609" y="62992"/>
                    </a:lnTo>
                    <a:lnTo>
                      <a:pt x="20105" y="3181"/>
                    </a:lnTo>
                    <a:lnTo>
                      <a:pt x="4293" y="962508"/>
                    </a:lnTo>
                    <a:lnTo>
                      <a:pt x="480353" y="9625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30"/>
              <p:cNvSpPr/>
              <p:nvPr/>
            </p:nvSpPr>
            <p:spPr>
              <a:xfrm>
                <a:off x="6222497" y="2375508"/>
                <a:ext cx="903160" cy="2132234"/>
              </a:xfrm>
              <a:custGeom>
                <a:avLst/>
                <a:gdLst/>
                <a:ahLst/>
                <a:cxnLst/>
                <a:rect l="l" t="t" r="r" b="b"/>
                <a:pathLst>
                  <a:path w="1204214" h="2842979" extrusionOk="0">
                    <a:moveTo>
                      <a:pt x="4438" y="2801409"/>
                    </a:moveTo>
                    <a:lnTo>
                      <a:pt x="762056" y="2845268"/>
                    </a:lnTo>
                    <a:lnTo>
                      <a:pt x="1208652" y="66087"/>
                    </a:lnTo>
                    <a:lnTo>
                      <a:pt x="522788" y="2288"/>
                    </a:lnTo>
                    <a:lnTo>
                      <a:pt x="4438" y="280140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30"/>
              <p:cNvSpPr/>
              <p:nvPr/>
            </p:nvSpPr>
            <p:spPr>
              <a:xfrm>
                <a:off x="6422000" y="558710"/>
                <a:ext cx="1501919" cy="1881035"/>
              </a:xfrm>
              <a:custGeom>
                <a:avLst/>
                <a:gdLst/>
                <a:ahLst/>
                <a:cxnLst/>
                <a:rect l="l" t="t" r="r" b="b"/>
                <a:pathLst>
                  <a:path w="2002558" h="2508047" extrusionOk="0">
                    <a:moveTo>
                      <a:pt x="522293" y="70863"/>
                    </a:moveTo>
                    <a:cubicBezTo>
                      <a:pt x="522293" y="70863"/>
                      <a:pt x="821315" y="-114544"/>
                      <a:pt x="1138307" y="118710"/>
                    </a:cubicBezTo>
                    <a:cubicBezTo>
                      <a:pt x="1455299" y="351971"/>
                      <a:pt x="1473269" y="956054"/>
                      <a:pt x="1407483" y="1069694"/>
                    </a:cubicBezTo>
                    <a:cubicBezTo>
                      <a:pt x="1341698" y="1183333"/>
                      <a:pt x="1222064" y="1296973"/>
                      <a:pt x="1222064" y="1296973"/>
                    </a:cubicBezTo>
                    <a:cubicBezTo>
                      <a:pt x="1222064" y="1296973"/>
                      <a:pt x="1413453" y="1326875"/>
                      <a:pt x="1455299" y="1512289"/>
                    </a:cubicBezTo>
                    <a:cubicBezTo>
                      <a:pt x="1497209" y="1697703"/>
                      <a:pt x="1425391" y="1667794"/>
                      <a:pt x="1527117" y="1751532"/>
                    </a:cubicBezTo>
                    <a:cubicBezTo>
                      <a:pt x="1628781" y="1835263"/>
                      <a:pt x="1856048" y="1805354"/>
                      <a:pt x="1963744" y="2008713"/>
                    </a:cubicBezTo>
                    <a:cubicBezTo>
                      <a:pt x="2071377" y="2212066"/>
                      <a:pt x="1945774" y="2505138"/>
                      <a:pt x="1945774" y="2505138"/>
                    </a:cubicBezTo>
                    <a:cubicBezTo>
                      <a:pt x="1945774" y="2505138"/>
                      <a:pt x="683774" y="2517101"/>
                      <a:pt x="677804" y="2499156"/>
                    </a:cubicBezTo>
                    <a:cubicBezTo>
                      <a:pt x="671836" y="2481211"/>
                      <a:pt x="546232" y="1596026"/>
                      <a:pt x="546232" y="1596026"/>
                    </a:cubicBezTo>
                    <a:lnTo>
                      <a:pt x="169423" y="1392668"/>
                    </a:lnTo>
                    <a:cubicBezTo>
                      <a:pt x="169423" y="1392668"/>
                      <a:pt x="-21966" y="1189315"/>
                      <a:pt x="7942" y="716817"/>
                    </a:cubicBezTo>
                    <a:cubicBezTo>
                      <a:pt x="37851" y="244314"/>
                      <a:pt x="462476" y="23016"/>
                      <a:pt x="522293" y="70863"/>
                    </a:cubicBezTo>
                    <a:close/>
                  </a:path>
                </a:pathLst>
              </a:custGeom>
              <a:solidFill>
                <a:srgbClr val="60304A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30"/>
              <p:cNvSpPr/>
              <p:nvPr/>
            </p:nvSpPr>
            <p:spPr>
              <a:xfrm>
                <a:off x="6694511" y="613885"/>
                <a:ext cx="696494" cy="597504"/>
              </a:xfrm>
              <a:custGeom>
                <a:avLst/>
                <a:gdLst/>
                <a:ahLst/>
                <a:cxnLst/>
                <a:rect l="l" t="t" r="r" b="b"/>
                <a:pathLst>
                  <a:path w="928659" h="796672" extrusionOk="0">
                    <a:moveTo>
                      <a:pt x="926827" y="784790"/>
                    </a:moveTo>
                    <a:cubicBezTo>
                      <a:pt x="847960" y="785736"/>
                      <a:pt x="793732" y="715816"/>
                      <a:pt x="764013" y="650856"/>
                    </a:cubicBezTo>
                    <a:cubicBezTo>
                      <a:pt x="732581" y="582009"/>
                      <a:pt x="713784" y="504812"/>
                      <a:pt x="662921" y="446538"/>
                    </a:cubicBezTo>
                    <a:cubicBezTo>
                      <a:pt x="551669" y="318992"/>
                      <a:pt x="363392" y="382670"/>
                      <a:pt x="225215" y="314166"/>
                    </a:cubicBezTo>
                    <a:cubicBezTo>
                      <a:pt x="156635" y="280168"/>
                      <a:pt x="107042" y="223882"/>
                      <a:pt x="71228" y="157632"/>
                    </a:cubicBezTo>
                    <a:cubicBezTo>
                      <a:pt x="82784" y="131972"/>
                      <a:pt x="95993" y="107022"/>
                      <a:pt x="111106" y="83299"/>
                    </a:cubicBezTo>
                    <a:cubicBezTo>
                      <a:pt x="112883" y="80517"/>
                      <a:pt x="114789" y="77793"/>
                      <a:pt x="116630" y="75037"/>
                    </a:cubicBezTo>
                    <a:cubicBezTo>
                      <a:pt x="195878" y="68325"/>
                      <a:pt x="275507" y="70719"/>
                      <a:pt x="353041" y="90017"/>
                    </a:cubicBezTo>
                    <a:cubicBezTo>
                      <a:pt x="431654" y="109607"/>
                      <a:pt x="506711" y="144703"/>
                      <a:pt x="571798" y="193021"/>
                    </a:cubicBezTo>
                    <a:cubicBezTo>
                      <a:pt x="608247" y="220033"/>
                      <a:pt x="639553" y="252076"/>
                      <a:pt x="672129" y="283330"/>
                    </a:cubicBezTo>
                    <a:cubicBezTo>
                      <a:pt x="678415" y="289369"/>
                      <a:pt x="687432" y="279806"/>
                      <a:pt x="682796" y="273075"/>
                    </a:cubicBezTo>
                    <a:cubicBezTo>
                      <a:pt x="659175" y="238633"/>
                      <a:pt x="626980" y="209950"/>
                      <a:pt x="594023" y="184505"/>
                    </a:cubicBezTo>
                    <a:cubicBezTo>
                      <a:pt x="560813" y="158832"/>
                      <a:pt x="524935" y="136537"/>
                      <a:pt x="487280" y="117938"/>
                    </a:cubicBezTo>
                    <a:cubicBezTo>
                      <a:pt x="412921" y="81210"/>
                      <a:pt x="330625" y="58419"/>
                      <a:pt x="247757" y="53466"/>
                    </a:cubicBezTo>
                    <a:cubicBezTo>
                      <a:pt x="224898" y="52095"/>
                      <a:pt x="201974" y="51911"/>
                      <a:pt x="179114" y="53231"/>
                    </a:cubicBezTo>
                    <a:cubicBezTo>
                      <a:pt x="161081" y="54267"/>
                      <a:pt x="143808" y="56857"/>
                      <a:pt x="126409" y="60451"/>
                    </a:cubicBezTo>
                    <a:cubicBezTo>
                      <a:pt x="129902" y="55422"/>
                      <a:pt x="133457" y="50399"/>
                      <a:pt x="137077" y="45459"/>
                    </a:cubicBezTo>
                    <a:cubicBezTo>
                      <a:pt x="145713" y="33680"/>
                      <a:pt x="155746" y="22288"/>
                      <a:pt x="162794" y="9467"/>
                    </a:cubicBezTo>
                    <a:cubicBezTo>
                      <a:pt x="165969" y="3689"/>
                      <a:pt x="158095" y="-1836"/>
                      <a:pt x="153207" y="1739"/>
                    </a:cubicBezTo>
                    <a:cubicBezTo>
                      <a:pt x="140633" y="10966"/>
                      <a:pt x="130473" y="24491"/>
                      <a:pt x="120948" y="36747"/>
                    </a:cubicBezTo>
                    <a:cubicBezTo>
                      <a:pt x="111550" y="48818"/>
                      <a:pt x="102787" y="61321"/>
                      <a:pt x="94532" y="74187"/>
                    </a:cubicBezTo>
                    <a:cubicBezTo>
                      <a:pt x="77260" y="101060"/>
                      <a:pt x="61956" y="129197"/>
                      <a:pt x="49066" y="158426"/>
                    </a:cubicBezTo>
                    <a:cubicBezTo>
                      <a:pt x="24301" y="214592"/>
                      <a:pt x="3409" y="279342"/>
                      <a:pt x="4743" y="341325"/>
                    </a:cubicBezTo>
                    <a:cubicBezTo>
                      <a:pt x="4870" y="348996"/>
                      <a:pt x="15919" y="348475"/>
                      <a:pt x="17506" y="341738"/>
                    </a:cubicBezTo>
                    <a:cubicBezTo>
                      <a:pt x="24428" y="311943"/>
                      <a:pt x="29508" y="281781"/>
                      <a:pt x="37255" y="252152"/>
                    </a:cubicBezTo>
                    <a:cubicBezTo>
                      <a:pt x="44113" y="226250"/>
                      <a:pt x="52940" y="200971"/>
                      <a:pt x="63163" y="176244"/>
                    </a:cubicBezTo>
                    <a:cubicBezTo>
                      <a:pt x="87166" y="233368"/>
                      <a:pt x="133521" y="282359"/>
                      <a:pt x="184893" y="315099"/>
                    </a:cubicBezTo>
                    <a:cubicBezTo>
                      <a:pt x="215182" y="334391"/>
                      <a:pt x="248139" y="348558"/>
                      <a:pt x="282873" y="357460"/>
                    </a:cubicBezTo>
                    <a:cubicBezTo>
                      <a:pt x="325926" y="368484"/>
                      <a:pt x="370440" y="371538"/>
                      <a:pt x="414509" y="375164"/>
                    </a:cubicBezTo>
                    <a:cubicBezTo>
                      <a:pt x="491598" y="381489"/>
                      <a:pt x="576370" y="390690"/>
                      <a:pt x="634918" y="446932"/>
                    </a:cubicBezTo>
                    <a:cubicBezTo>
                      <a:pt x="692639" y="502342"/>
                      <a:pt x="710991" y="584829"/>
                      <a:pt x="744011" y="654901"/>
                    </a:cubicBezTo>
                    <a:cubicBezTo>
                      <a:pt x="762235" y="693668"/>
                      <a:pt x="785095" y="731114"/>
                      <a:pt x="818687" y="758501"/>
                    </a:cubicBezTo>
                    <a:cubicBezTo>
                      <a:pt x="849611" y="783749"/>
                      <a:pt x="887584" y="799630"/>
                      <a:pt x="927970" y="796995"/>
                    </a:cubicBezTo>
                    <a:cubicBezTo>
                      <a:pt x="935971" y="796481"/>
                      <a:pt x="934574" y="784695"/>
                      <a:pt x="926827" y="78479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30"/>
              <p:cNvSpPr/>
              <p:nvPr/>
            </p:nvSpPr>
            <p:spPr>
              <a:xfrm>
                <a:off x="7198249" y="743371"/>
                <a:ext cx="128740" cy="177619"/>
              </a:xfrm>
              <a:custGeom>
                <a:avLst/>
                <a:gdLst/>
                <a:ahLst/>
                <a:cxnLst/>
                <a:rect l="l" t="t" r="r" b="b"/>
                <a:pathLst>
                  <a:path w="171654" h="236825" extrusionOk="0">
                    <a:moveTo>
                      <a:pt x="113463" y="101923"/>
                    </a:moveTo>
                    <a:cubicBezTo>
                      <a:pt x="86285" y="63830"/>
                      <a:pt x="53392" y="25774"/>
                      <a:pt x="13070" y="1250"/>
                    </a:cubicBezTo>
                    <a:cubicBezTo>
                      <a:pt x="8116" y="-1785"/>
                      <a:pt x="2275" y="5822"/>
                      <a:pt x="6021" y="10083"/>
                    </a:cubicBezTo>
                    <a:cubicBezTo>
                      <a:pt x="36247" y="44995"/>
                      <a:pt x="68823" y="77139"/>
                      <a:pt x="95620" y="115055"/>
                    </a:cubicBezTo>
                    <a:cubicBezTo>
                      <a:pt x="122416" y="152952"/>
                      <a:pt x="140451" y="195167"/>
                      <a:pt x="164327" y="234689"/>
                    </a:cubicBezTo>
                    <a:cubicBezTo>
                      <a:pt x="167692" y="240252"/>
                      <a:pt x="177535" y="236435"/>
                      <a:pt x="176391" y="230066"/>
                    </a:cubicBezTo>
                    <a:cubicBezTo>
                      <a:pt x="167628" y="183565"/>
                      <a:pt x="140515" y="139928"/>
                      <a:pt x="113463" y="101923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30"/>
              <p:cNvSpPr/>
              <p:nvPr/>
            </p:nvSpPr>
            <p:spPr>
              <a:xfrm>
                <a:off x="6514483" y="718499"/>
                <a:ext cx="221002" cy="155839"/>
              </a:xfrm>
              <a:custGeom>
                <a:avLst/>
                <a:gdLst/>
                <a:ahLst/>
                <a:cxnLst/>
                <a:rect l="l" t="t" r="r" b="b"/>
                <a:pathLst>
                  <a:path w="294669" h="207785" extrusionOk="0">
                    <a:moveTo>
                      <a:pt x="294414" y="874"/>
                    </a:moveTo>
                    <a:cubicBezTo>
                      <a:pt x="265521" y="-1520"/>
                      <a:pt x="233580" y="8996"/>
                      <a:pt x="206910" y="19003"/>
                    </a:cubicBezTo>
                    <a:cubicBezTo>
                      <a:pt x="177954" y="29875"/>
                      <a:pt x="150204" y="44854"/>
                      <a:pt x="124614" y="62298"/>
                    </a:cubicBezTo>
                    <a:cubicBezTo>
                      <a:pt x="99468" y="79506"/>
                      <a:pt x="76290" y="99769"/>
                      <a:pt x="55843" y="122426"/>
                    </a:cubicBezTo>
                    <a:cubicBezTo>
                      <a:pt x="35714" y="144714"/>
                      <a:pt x="15712" y="170864"/>
                      <a:pt x="4853" y="199121"/>
                    </a:cubicBezTo>
                    <a:cubicBezTo>
                      <a:pt x="2313" y="205725"/>
                      <a:pt x="11203" y="211936"/>
                      <a:pt x="15839" y="205801"/>
                    </a:cubicBezTo>
                    <a:cubicBezTo>
                      <a:pt x="33682" y="182040"/>
                      <a:pt x="49748" y="157637"/>
                      <a:pt x="70131" y="135786"/>
                    </a:cubicBezTo>
                    <a:cubicBezTo>
                      <a:pt x="89816" y="114711"/>
                      <a:pt x="111787" y="95876"/>
                      <a:pt x="135473" y="79468"/>
                    </a:cubicBezTo>
                    <a:cubicBezTo>
                      <a:pt x="159222" y="63028"/>
                      <a:pt x="184622" y="49585"/>
                      <a:pt x="211291" y="38682"/>
                    </a:cubicBezTo>
                    <a:cubicBezTo>
                      <a:pt x="225008" y="33094"/>
                      <a:pt x="239041" y="28198"/>
                      <a:pt x="253202" y="23937"/>
                    </a:cubicBezTo>
                    <a:cubicBezTo>
                      <a:pt x="267172" y="19734"/>
                      <a:pt x="281967" y="17168"/>
                      <a:pt x="295556" y="11885"/>
                    </a:cubicBezTo>
                    <a:cubicBezTo>
                      <a:pt x="300573" y="9929"/>
                      <a:pt x="300255" y="1363"/>
                      <a:pt x="294414" y="874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30"/>
              <p:cNvSpPr/>
              <p:nvPr/>
            </p:nvSpPr>
            <p:spPr>
              <a:xfrm>
                <a:off x="7260980" y="1583137"/>
                <a:ext cx="613157" cy="594622"/>
              </a:xfrm>
              <a:custGeom>
                <a:avLst/>
                <a:gdLst/>
                <a:ahLst/>
                <a:cxnLst/>
                <a:rect l="l" t="t" r="r" b="b"/>
                <a:pathLst>
                  <a:path w="817543" h="792829" extrusionOk="0">
                    <a:moveTo>
                      <a:pt x="822061" y="783615"/>
                    </a:moveTo>
                    <a:cubicBezTo>
                      <a:pt x="796788" y="711333"/>
                      <a:pt x="736653" y="660990"/>
                      <a:pt x="670169" y="626853"/>
                    </a:cubicBezTo>
                    <a:cubicBezTo>
                      <a:pt x="590477" y="585921"/>
                      <a:pt x="501513" y="568884"/>
                      <a:pt x="418137" y="537578"/>
                    </a:cubicBezTo>
                    <a:cubicBezTo>
                      <a:pt x="344858" y="510083"/>
                      <a:pt x="271897" y="469176"/>
                      <a:pt x="230240" y="400463"/>
                    </a:cubicBezTo>
                    <a:cubicBezTo>
                      <a:pt x="186870" y="328949"/>
                      <a:pt x="184711" y="242455"/>
                      <a:pt x="160073" y="164376"/>
                    </a:cubicBezTo>
                    <a:cubicBezTo>
                      <a:pt x="137150" y="91795"/>
                      <a:pt x="91238" y="17894"/>
                      <a:pt x="11673" y="1396"/>
                    </a:cubicBezTo>
                    <a:cubicBezTo>
                      <a:pt x="4117" y="-166"/>
                      <a:pt x="2402" y="11271"/>
                      <a:pt x="9705" y="13080"/>
                    </a:cubicBezTo>
                    <a:cubicBezTo>
                      <a:pt x="79047" y="30245"/>
                      <a:pt x="119813" y="101161"/>
                      <a:pt x="140134" y="164446"/>
                    </a:cubicBezTo>
                    <a:cubicBezTo>
                      <a:pt x="164454" y="240106"/>
                      <a:pt x="167502" y="322332"/>
                      <a:pt x="204269" y="393966"/>
                    </a:cubicBezTo>
                    <a:cubicBezTo>
                      <a:pt x="284152" y="549751"/>
                      <a:pt x="474652" y="567309"/>
                      <a:pt x="619940" y="626726"/>
                    </a:cubicBezTo>
                    <a:cubicBezTo>
                      <a:pt x="697093" y="658279"/>
                      <a:pt x="773547" y="709975"/>
                      <a:pt x="807392" y="789248"/>
                    </a:cubicBezTo>
                    <a:cubicBezTo>
                      <a:pt x="811329" y="798544"/>
                      <a:pt x="825427" y="793191"/>
                      <a:pt x="822061" y="783615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30"/>
              <p:cNvSpPr/>
              <p:nvPr/>
            </p:nvSpPr>
            <p:spPr>
              <a:xfrm>
                <a:off x="7456383" y="1741894"/>
                <a:ext cx="61646" cy="145450"/>
              </a:xfrm>
              <a:custGeom>
                <a:avLst/>
                <a:gdLst/>
                <a:ahLst/>
                <a:cxnLst/>
                <a:rect l="l" t="t" r="r" b="b"/>
                <a:pathLst>
                  <a:path w="82194" h="193933" extrusionOk="0">
                    <a:moveTo>
                      <a:pt x="86427" y="186095"/>
                    </a:moveTo>
                    <a:cubicBezTo>
                      <a:pt x="79315" y="172309"/>
                      <a:pt x="69028" y="159914"/>
                      <a:pt x="60899" y="146624"/>
                    </a:cubicBezTo>
                    <a:cubicBezTo>
                      <a:pt x="52263" y="132400"/>
                      <a:pt x="44898" y="117401"/>
                      <a:pt x="38992" y="101818"/>
                    </a:cubicBezTo>
                    <a:cubicBezTo>
                      <a:pt x="27245" y="70652"/>
                      <a:pt x="23054" y="38890"/>
                      <a:pt x="18418" y="6124"/>
                    </a:cubicBezTo>
                    <a:cubicBezTo>
                      <a:pt x="17593" y="-125"/>
                      <a:pt x="8512" y="-607"/>
                      <a:pt x="7306" y="5768"/>
                    </a:cubicBezTo>
                    <a:cubicBezTo>
                      <a:pt x="1083" y="39391"/>
                      <a:pt x="8068" y="75866"/>
                      <a:pt x="19624" y="107641"/>
                    </a:cubicBezTo>
                    <a:cubicBezTo>
                      <a:pt x="25467" y="123541"/>
                      <a:pt x="32769" y="138966"/>
                      <a:pt x="41532" y="153450"/>
                    </a:cubicBezTo>
                    <a:cubicBezTo>
                      <a:pt x="50232" y="167788"/>
                      <a:pt x="61471" y="184565"/>
                      <a:pt x="75568" y="193995"/>
                    </a:cubicBezTo>
                    <a:cubicBezTo>
                      <a:pt x="80649" y="197373"/>
                      <a:pt x="89856" y="192845"/>
                      <a:pt x="86427" y="186095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30"/>
              <p:cNvSpPr/>
              <p:nvPr/>
            </p:nvSpPr>
            <p:spPr>
              <a:xfrm>
                <a:off x="6621737" y="1620403"/>
                <a:ext cx="668417" cy="952810"/>
              </a:xfrm>
              <a:custGeom>
                <a:avLst/>
                <a:gdLst/>
                <a:ahLst/>
                <a:cxnLst/>
                <a:rect l="l" t="t" r="r" b="b"/>
                <a:pathLst>
                  <a:path w="891223" h="1270413" extrusionOk="0">
                    <a:moveTo>
                      <a:pt x="895848" y="1394"/>
                    </a:moveTo>
                    <a:lnTo>
                      <a:pt x="891657" y="445221"/>
                    </a:lnTo>
                    <a:lnTo>
                      <a:pt x="889816" y="635404"/>
                    </a:lnTo>
                    <a:lnTo>
                      <a:pt x="662549" y="1107876"/>
                    </a:lnTo>
                    <a:cubicBezTo>
                      <a:pt x="213985" y="1496617"/>
                      <a:pt x="4625" y="1071967"/>
                      <a:pt x="4625" y="1071967"/>
                    </a:cubicBezTo>
                    <a:lnTo>
                      <a:pt x="112257" y="790871"/>
                    </a:lnTo>
                    <a:lnTo>
                      <a:pt x="123370" y="649844"/>
                    </a:lnTo>
                    <a:lnTo>
                      <a:pt x="166105" y="109033"/>
                    </a:lnTo>
                    <a:lnTo>
                      <a:pt x="895848" y="1394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30"/>
              <p:cNvSpPr/>
              <p:nvPr/>
            </p:nvSpPr>
            <p:spPr>
              <a:xfrm>
                <a:off x="6710796" y="1620404"/>
                <a:ext cx="579359" cy="565481"/>
              </a:xfrm>
              <a:custGeom>
                <a:avLst/>
                <a:gdLst/>
                <a:ahLst/>
                <a:cxnLst/>
                <a:rect l="l" t="t" r="r" b="b"/>
                <a:pathLst>
                  <a:path w="772478" h="753975" extrusionOk="0">
                    <a:moveTo>
                      <a:pt x="777133" y="1265"/>
                    </a:moveTo>
                    <a:lnTo>
                      <a:pt x="772942" y="445093"/>
                    </a:lnTo>
                    <a:cubicBezTo>
                      <a:pt x="639719" y="571197"/>
                      <a:pt x="422231" y="747258"/>
                      <a:pt x="238843" y="754916"/>
                    </a:cubicBezTo>
                    <a:cubicBezTo>
                      <a:pt x="123464" y="759729"/>
                      <a:pt x="50629" y="710402"/>
                      <a:pt x="4655" y="649715"/>
                    </a:cubicBezTo>
                    <a:lnTo>
                      <a:pt x="47390" y="108904"/>
                    </a:lnTo>
                    <a:lnTo>
                      <a:pt x="777133" y="1265"/>
                    </a:ln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30"/>
              <p:cNvSpPr/>
              <p:nvPr/>
            </p:nvSpPr>
            <p:spPr>
              <a:xfrm>
                <a:off x="6482937" y="871285"/>
                <a:ext cx="1008476" cy="1162205"/>
              </a:xfrm>
              <a:custGeom>
                <a:avLst/>
                <a:gdLst/>
                <a:ahLst/>
                <a:cxnLst/>
                <a:rect l="l" t="t" r="r" b="b"/>
                <a:pathLst>
                  <a:path w="1344635" h="1549606" extrusionOk="0">
                    <a:moveTo>
                      <a:pt x="297345" y="966"/>
                    </a:moveTo>
                    <a:cubicBezTo>
                      <a:pt x="297345" y="966"/>
                      <a:pt x="387071" y="183382"/>
                      <a:pt x="509690" y="222257"/>
                    </a:cubicBezTo>
                    <a:cubicBezTo>
                      <a:pt x="632308" y="261138"/>
                      <a:pt x="769850" y="198337"/>
                      <a:pt x="832651" y="225254"/>
                    </a:cubicBezTo>
                    <a:cubicBezTo>
                      <a:pt x="895453" y="252166"/>
                      <a:pt x="919393" y="440570"/>
                      <a:pt x="994131" y="515335"/>
                    </a:cubicBezTo>
                    <a:cubicBezTo>
                      <a:pt x="1068935" y="590094"/>
                      <a:pt x="1116750" y="631959"/>
                      <a:pt x="1116750" y="631959"/>
                    </a:cubicBezTo>
                    <a:cubicBezTo>
                      <a:pt x="1116750" y="631959"/>
                      <a:pt x="1203492" y="497390"/>
                      <a:pt x="1314172" y="587103"/>
                    </a:cubicBezTo>
                    <a:cubicBezTo>
                      <a:pt x="1424789" y="676816"/>
                      <a:pt x="1251370" y="942970"/>
                      <a:pt x="1107797" y="925031"/>
                    </a:cubicBezTo>
                    <a:cubicBezTo>
                      <a:pt x="1107797" y="925031"/>
                      <a:pt x="1068935" y="1218103"/>
                      <a:pt x="988163" y="1292868"/>
                    </a:cubicBezTo>
                    <a:cubicBezTo>
                      <a:pt x="907454" y="1367627"/>
                      <a:pt x="608369" y="1562013"/>
                      <a:pt x="482766" y="1550043"/>
                    </a:cubicBezTo>
                    <a:cubicBezTo>
                      <a:pt x="357163" y="1538086"/>
                      <a:pt x="176378" y="1341268"/>
                      <a:pt x="150851" y="1274923"/>
                    </a:cubicBezTo>
                    <a:cubicBezTo>
                      <a:pt x="46140" y="1002781"/>
                      <a:pt x="25248" y="772517"/>
                      <a:pt x="7278" y="566173"/>
                    </a:cubicBezTo>
                    <a:cubicBezTo>
                      <a:pt x="-10630" y="359824"/>
                      <a:pt x="67094" y="195346"/>
                      <a:pt x="111989" y="135535"/>
                    </a:cubicBezTo>
                    <a:cubicBezTo>
                      <a:pt x="156820" y="75724"/>
                      <a:pt x="297345" y="966"/>
                      <a:pt x="297345" y="966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30"/>
              <p:cNvSpPr/>
              <p:nvPr/>
            </p:nvSpPr>
            <p:spPr>
              <a:xfrm>
                <a:off x="6594210" y="1858162"/>
                <a:ext cx="2091147" cy="3285341"/>
              </a:xfrm>
              <a:custGeom>
                <a:avLst/>
                <a:gdLst/>
                <a:ahLst/>
                <a:cxnLst/>
                <a:rect l="l" t="t" r="r" b="b"/>
                <a:pathLst>
                  <a:path w="2788196" h="4380455" extrusionOk="0">
                    <a:moveTo>
                      <a:pt x="1728471" y="2388749"/>
                    </a:moveTo>
                    <a:cubicBezTo>
                      <a:pt x="1728471" y="2388749"/>
                      <a:pt x="1955738" y="2729661"/>
                      <a:pt x="1961643" y="2789485"/>
                    </a:cubicBezTo>
                    <a:cubicBezTo>
                      <a:pt x="1967676" y="2849302"/>
                      <a:pt x="1644714" y="3076581"/>
                      <a:pt x="1644714" y="3076581"/>
                    </a:cubicBezTo>
                    <a:cubicBezTo>
                      <a:pt x="1632714" y="2921038"/>
                      <a:pt x="1728471" y="2388749"/>
                      <a:pt x="1728471" y="2388749"/>
                    </a:cubicBezTo>
                    <a:close/>
                    <a:moveTo>
                      <a:pt x="1866393" y="4382784"/>
                    </a:moveTo>
                    <a:cubicBezTo>
                      <a:pt x="1807974" y="4154691"/>
                      <a:pt x="1758380" y="3973716"/>
                      <a:pt x="1758380" y="3973716"/>
                    </a:cubicBezTo>
                    <a:cubicBezTo>
                      <a:pt x="1758380" y="3973716"/>
                      <a:pt x="2781112" y="3238043"/>
                      <a:pt x="2793050" y="3016764"/>
                    </a:cubicBezTo>
                    <a:cubicBezTo>
                      <a:pt x="2805052" y="2795479"/>
                      <a:pt x="2338453" y="1467636"/>
                      <a:pt x="2003553" y="893519"/>
                    </a:cubicBezTo>
                    <a:cubicBezTo>
                      <a:pt x="1744092" y="448669"/>
                      <a:pt x="1348170" y="308989"/>
                      <a:pt x="1183006" y="268583"/>
                    </a:cubicBezTo>
                    <a:cubicBezTo>
                      <a:pt x="1161035" y="263218"/>
                      <a:pt x="1143191" y="259592"/>
                      <a:pt x="1130238" y="257223"/>
                    </a:cubicBezTo>
                    <a:cubicBezTo>
                      <a:pt x="1124459" y="256195"/>
                      <a:pt x="1119633" y="255407"/>
                      <a:pt x="1115887" y="254855"/>
                    </a:cubicBezTo>
                    <a:lnTo>
                      <a:pt x="1115823" y="254855"/>
                    </a:lnTo>
                    <a:cubicBezTo>
                      <a:pt x="1109664" y="253909"/>
                      <a:pt x="1106425" y="253515"/>
                      <a:pt x="1106425" y="253515"/>
                    </a:cubicBezTo>
                    <a:cubicBezTo>
                      <a:pt x="1105282" y="248384"/>
                      <a:pt x="1103821" y="243336"/>
                      <a:pt x="1102170" y="238205"/>
                    </a:cubicBezTo>
                    <a:cubicBezTo>
                      <a:pt x="1065087" y="117853"/>
                      <a:pt x="933006" y="2328"/>
                      <a:pt x="933006" y="2328"/>
                    </a:cubicBezTo>
                    <a:lnTo>
                      <a:pt x="926974" y="319326"/>
                    </a:lnTo>
                    <a:cubicBezTo>
                      <a:pt x="926974" y="319326"/>
                      <a:pt x="705676" y="582439"/>
                      <a:pt x="574040" y="833702"/>
                    </a:cubicBezTo>
                    <a:cubicBezTo>
                      <a:pt x="474218" y="1024291"/>
                      <a:pt x="233236" y="1727904"/>
                      <a:pt x="109728" y="2419444"/>
                    </a:cubicBezTo>
                    <a:lnTo>
                      <a:pt x="109728" y="2419521"/>
                    </a:lnTo>
                    <a:cubicBezTo>
                      <a:pt x="106616" y="2436177"/>
                      <a:pt x="103823" y="2452827"/>
                      <a:pt x="100965" y="2469476"/>
                    </a:cubicBezTo>
                    <a:cubicBezTo>
                      <a:pt x="66294" y="2672448"/>
                      <a:pt x="42418" y="2873209"/>
                      <a:pt x="35750" y="3058592"/>
                    </a:cubicBezTo>
                    <a:cubicBezTo>
                      <a:pt x="21844" y="3445732"/>
                      <a:pt x="11811" y="3952126"/>
                      <a:pt x="5080" y="4382784"/>
                    </a:cubicBezTo>
                    <a:lnTo>
                      <a:pt x="1866393" y="438278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30"/>
              <p:cNvSpPr/>
              <p:nvPr/>
            </p:nvSpPr>
            <p:spPr>
              <a:xfrm>
                <a:off x="5664512" y="2010681"/>
                <a:ext cx="1046951" cy="3132822"/>
              </a:xfrm>
              <a:custGeom>
                <a:avLst/>
                <a:gdLst/>
                <a:ahLst/>
                <a:cxnLst/>
                <a:rect l="l" t="t" r="r" b="b"/>
                <a:pathLst>
                  <a:path w="1395934" h="4177096" extrusionOk="0">
                    <a:moveTo>
                      <a:pt x="449008" y="3447390"/>
                    </a:moveTo>
                    <a:lnTo>
                      <a:pt x="410337" y="4179475"/>
                    </a:lnTo>
                    <a:lnTo>
                      <a:pt x="826262" y="4179475"/>
                    </a:lnTo>
                    <a:cubicBezTo>
                      <a:pt x="848424" y="3584099"/>
                      <a:pt x="888493" y="2810459"/>
                      <a:pt x="957390" y="2305074"/>
                    </a:cubicBezTo>
                    <a:cubicBezTo>
                      <a:pt x="959930" y="2286526"/>
                      <a:pt x="962533" y="2267991"/>
                      <a:pt x="965200" y="2249284"/>
                    </a:cubicBezTo>
                    <a:cubicBezTo>
                      <a:pt x="969581" y="2218746"/>
                      <a:pt x="974154" y="2188044"/>
                      <a:pt x="978853" y="2157183"/>
                    </a:cubicBezTo>
                    <a:cubicBezTo>
                      <a:pt x="1114553" y="1269700"/>
                      <a:pt x="1388047" y="277486"/>
                      <a:pt x="1388047" y="277486"/>
                    </a:cubicBezTo>
                    <a:lnTo>
                      <a:pt x="1400049" y="2378"/>
                    </a:lnTo>
                    <a:cubicBezTo>
                      <a:pt x="1325309" y="7751"/>
                      <a:pt x="1169607" y="222635"/>
                      <a:pt x="1136968" y="268799"/>
                    </a:cubicBezTo>
                    <a:cubicBezTo>
                      <a:pt x="1132968" y="274406"/>
                      <a:pt x="1130872" y="277486"/>
                      <a:pt x="1130872" y="277486"/>
                    </a:cubicBezTo>
                    <a:cubicBezTo>
                      <a:pt x="1130872" y="277486"/>
                      <a:pt x="1124078" y="279925"/>
                      <a:pt x="1111695" y="284820"/>
                    </a:cubicBezTo>
                    <a:cubicBezTo>
                      <a:pt x="1087374" y="294529"/>
                      <a:pt x="1041782" y="314100"/>
                      <a:pt x="984694" y="344479"/>
                    </a:cubicBezTo>
                    <a:cubicBezTo>
                      <a:pt x="957072" y="359084"/>
                      <a:pt x="926782" y="376286"/>
                      <a:pt x="894843" y="396174"/>
                    </a:cubicBezTo>
                    <a:cubicBezTo>
                      <a:pt x="767398" y="475562"/>
                      <a:pt x="614934" y="597095"/>
                      <a:pt x="508825" y="767948"/>
                    </a:cubicBezTo>
                    <a:cubicBezTo>
                      <a:pt x="293560" y="1114861"/>
                      <a:pt x="-113157" y="2322994"/>
                      <a:pt x="36385" y="2939008"/>
                    </a:cubicBezTo>
                    <a:cubicBezTo>
                      <a:pt x="185928" y="3555111"/>
                      <a:pt x="449008" y="3447390"/>
                      <a:pt x="449008" y="344739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30"/>
              <p:cNvSpPr/>
              <p:nvPr/>
            </p:nvSpPr>
            <p:spPr>
              <a:xfrm>
                <a:off x="7332845" y="1372766"/>
                <a:ext cx="98226" cy="120352"/>
              </a:xfrm>
              <a:custGeom>
                <a:avLst/>
                <a:gdLst/>
                <a:ahLst/>
                <a:cxnLst/>
                <a:rect l="l" t="t" r="r" b="b"/>
                <a:pathLst>
                  <a:path w="130968" h="160470" extrusionOk="0">
                    <a:moveTo>
                      <a:pt x="96452" y="43424"/>
                    </a:moveTo>
                    <a:cubicBezTo>
                      <a:pt x="108517" y="32743"/>
                      <a:pt x="121852" y="23282"/>
                      <a:pt x="133536" y="12233"/>
                    </a:cubicBezTo>
                    <a:cubicBezTo>
                      <a:pt x="138743" y="7324"/>
                      <a:pt x="134616" y="-683"/>
                      <a:pt x="127504" y="1247"/>
                    </a:cubicBezTo>
                    <a:cubicBezTo>
                      <a:pt x="111311" y="5635"/>
                      <a:pt x="95563" y="16195"/>
                      <a:pt x="82736" y="26787"/>
                    </a:cubicBezTo>
                    <a:cubicBezTo>
                      <a:pt x="69655" y="37652"/>
                      <a:pt x="57717" y="50295"/>
                      <a:pt x="47176" y="63662"/>
                    </a:cubicBezTo>
                    <a:cubicBezTo>
                      <a:pt x="36635" y="77066"/>
                      <a:pt x="27491" y="91608"/>
                      <a:pt x="19808" y="106854"/>
                    </a:cubicBezTo>
                    <a:cubicBezTo>
                      <a:pt x="16124" y="114252"/>
                      <a:pt x="12949" y="121910"/>
                      <a:pt x="10283" y="129765"/>
                    </a:cubicBezTo>
                    <a:cubicBezTo>
                      <a:pt x="7743" y="137341"/>
                      <a:pt x="3678" y="147602"/>
                      <a:pt x="5266" y="155641"/>
                    </a:cubicBezTo>
                    <a:cubicBezTo>
                      <a:pt x="6346" y="161458"/>
                      <a:pt x="12822" y="163382"/>
                      <a:pt x="16886" y="159108"/>
                    </a:cubicBezTo>
                    <a:cubicBezTo>
                      <a:pt x="22157" y="153673"/>
                      <a:pt x="24760" y="144396"/>
                      <a:pt x="27872" y="137576"/>
                    </a:cubicBezTo>
                    <a:cubicBezTo>
                      <a:pt x="30984" y="130743"/>
                      <a:pt x="34349" y="124006"/>
                      <a:pt x="37842" y="117351"/>
                    </a:cubicBezTo>
                    <a:cubicBezTo>
                      <a:pt x="39683" y="113858"/>
                      <a:pt x="41588" y="110417"/>
                      <a:pt x="43557" y="107026"/>
                    </a:cubicBezTo>
                    <a:cubicBezTo>
                      <a:pt x="45144" y="106632"/>
                      <a:pt x="46668" y="105921"/>
                      <a:pt x="48446" y="104987"/>
                    </a:cubicBezTo>
                    <a:cubicBezTo>
                      <a:pt x="51748" y="103267"/>
                      <a:pt x="54923" y="101451"/>
                      <a:pt x="58161" y="99723"/>
                    </a:cubicBezTo>
                    <a:cubicBezTo>
                      <a:pt x="65210" y="96008"/>
                      <a:pt x="72259" y="92452"/>
                      <a:pt x="79561" y="89385"/>
                    </a:cubicBezTo>
                    <a:cubicBezTo>
                      <a:pt x="86673" y="86414"/>
                      <a:pt x="93975" y="83874"/>
                      <a:pt x="101278" y="81410"/>
                    </a:cubicBezTo>
                    <a:cubicBezTo>
                      <a:pt x="108644" y="78927"/>
                      <a:pt x="116709" y="77651"/>
                      <a:pt x="123821" y="74552"/>
                    </a:cubicBezTo>
                    <a:cubicBezTo>
                      <a:pt x="129599" y="72031"/>
                      <a:pt x="129218" y="62874"/>
                      <a:pt x="122487" y="61884"/>
                    </a:cubicBezTo>
                    <a:cubicBezTo>
                      <a:pt x="114867" y="60766"/>
                      <a:pt x="106739" y="62328"/>
                      <a:pt x="99246" y="63846"/>
                    </a:cubicBezTo>
                    <a:cubicBezTo>
                      <a:pt x="91372" y="65440"/>
                      <a:pt x="83625" y="67706"/>
                      <a:pt x="76196" y="70761"/>
                    </a:cubicBezTo>
                    <a:cubicBezTo>
                      <a:pt x="72576" y="72259"/>
                      <a:pt x="68957" y="73879"/>
                      <a:pt x="65464" y="75644"/>
                    </a:cubicBezTo>
                    <a:cubicBezTo>
                      <a:pt x="74862" y="64005"/>
                      <a:pt x="85212" y="53330"/>
                      <a:pt x="96452" y="43424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30"/>
              <p:cNvSpPr/>
              <p:nvPr/>
            </p:nvSpPr>
            <p:spPr>
              <a:xfrm>
                <a:off x="6818112" y="4452417"/>
                <a:ext cx="965438" cy="487655"/>
              </a:xfrm>
              <a:custGeom>
                <a:avLst/>
                <a:gdLst/>
                <a:ahLst/>
                <a:cxnLst/>
                <a:rect l="l" t="t" r="r" b="b"/>
                <a:pathLst>
                  <a:path w="1287250" h="650207" extrusionOk="0">
                    <a:moveTo>
                      <a:pt x="889388" y="3123"/>
                    </a:moveTo>
                    <a:cubicBezTo>
                      <a:pt x="889388" y="3123"/>
                      <a:pt x="508578" y="168597"/>
                      <a:pt x="468700" y="202487"/>
                    </a:cubicBezTo>
                    <a:cubicBezTo>
                      <a:pt x="428822" y="236384"/>
                      <a:pt x="28137" y="581290"/>
                      <a:pt x="6165" y="621168"/>
                    </a:cubicBezTo>
                    <a:cubicBezTo>
                      <a:pt x="-15742" y="661047"/>
                      <a:pt x="241433" y="700925"/>
                      <a:pt x="442792" y="495565"/>
                    </a:cubicBezTo>
                    <a:cubicBezTo>
                      <a:pt x="442792" y="495565"/>
                      <a:pt x="987051" y="533412"/>
                      <a:pt x="1292105" y="485596"/>
                    </a:cubicBezTo>
                    <a:lnTo>
                      <a:pt x="889388" y="3123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30"/>
              <p:cNvSpPr/>
              <p:nvPr/>
            </p:nvSpPr>
            <p:spPr>
              <a:xfrm>
                <a:off x="4957528" y="2710445"/>
                <a:ext cx="1538622" cy="1682159"/>
              </a:xfrm>
              <a:custGeom>
                <a:avLst/>
                <a:gdLst/>
                <a:ahLst/>
                <a:cxnLst/>
                <a:rect l="l" t="t" r="r" b="b"/>
                <a:pathLst>
                  <a:path w="2051496" h="2242878" extrusionOk="0">
                    <a:moveTo>
                      <a:pt x="3808" y="2361"/>
                    </a:moveTo>
                    <a:lnTo>
                      <a:pt x="470343" y="211702"/>
                    </a:lnTo>
                    <a:lnTo>
                      <a:pt x="2055305" y="2245240"/>
                    </a:lnTo>
                    <a:lnTo>
                      <a:pt x="1600708" y="2131607"/>
                    </a:lnTo>
                    <a:lnTo>
                      <a:pt x="3808" y="23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30"/>
              <p:cNvSpPr/>
              <p:nvPr/>
            </p:nvSpPr>
            <p:spPr>
              <a:xfrm>
                <a:off x="6017722" y="2748082"/>
                <a:ext cx="142096" cy="1092870"/>
              </a:xfrm>
              <a:custGeom>
                <a:avLst/>
                <a:gdLst/>
                <a:ahLst/>
                <a:cxnLst/>
                <a:rect l="l" t="t" r="r" b="b"/>
                <a:pathLst>
                  <a:path w="189462" h="1457160" extrusionOk="0">
                    <a:moveTo>
                      <a:pt x="183546" y="5317"/>
                    </a:moveTo>
                    <a:cubicBezTo>
                      <a:pt x="108235" y="181574"/>
                      <a:pt x="61499" y="371242"/>
                      <a:pt x="33306" y="560466"/>
                    </a:cubicBezTo>
                    <a:cubicBezTo>
                      <a:pt x="5175" y="749372"/>
                      <a:pt x="-3842" y="941923"/>
                      <a:pt x="11398" y="1132411"/>
                    </a:cubicBezTo>
                    <a:cubicBezTo>
                      <a:pt x="19970" y="1240500"/>
                      <a:pt x="33051" y="1348222"/>
                      <a:pt x="55531" y="1454388"/>
                    </a:cubicBezTo>
                    <a:cubicBezTo>
                      <a:pt x="57055" y="1461570"/>
                      <a:pt x="68357" y="1460757"/>
                      <a:pt x="67151" y="1453251"/>
                    </a:cubicBezTo>
                    <a:cubicBezTo>
                      <a:pt x="51720" y="1359398"/>
                      <a:pt x="39465" y="1265120"/>
                      <a:pt x="32734" y="1170225"/>
                    </a:cubicBezTo>
                    <a:cubicBezTo>
                      <a:pt x="26003" y="1075388"/>
                      <a:pt x="25177" y="979890"/>
                      <a:pt x="27781" y="884875"/>
                    </a:cubicBezTo>
                    <a:cubicBezTo>
                      <a:pt x="32988" y="694438"/>
                      <a:pt x="58959" y="504840"/>
                      <a:pt x="103092" y="319572"/>
                    </a:cubicBezTo>
                    <a:cubicBezTo>
                      <a:pt x="128111" y="214682"/>
                      <a:pt x="159480" y="111965"/>
                      <a:pt x="193198" y="9603"/>
                    </a:cubicBezTo>
                    <a:cubicBezTo>
                      <a:pt x="195294" y="3291"/>
                      <a:pt x="186277" y="-1053"/>
                      <a:pt x="183546" y="53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30"/>
              <p:cNvSpPr/>
              <p:nvPr/>
            </p:nvSpPr>
            <p:spPr>
              <a:xfrm>
                <a:off x="6250684" y="2208078"/>
                <a:ext cx="280891" cy="1487781"/>
              </a:xfrm>
              <a:custGeom>
                <a:avLst/>
                <a:gdLst/>
                <a:ahLst/>
                <a:cxnLst/>
                <a:rect l="l" t="t" r="r" b="b"/>
                <a:pathLst>
                  <a:path w="374521" h="1983708" extrusionOk="0">
                    <a:moveTo>
                      <a:pt x="41533" y="803586"/>
                    </a:moveTo>
                    <a:cubicBezTo>
                      <a:pt x="28325" y="828764"/>
                      <a:pt x="23817" y="855987"/>
                      <a:pt x="26293" y="884238"/>
                    </a:cubicBezTo>
                    <a:cubicBezTo>
                      <a:pt x="28770" y="914146"/>
                      <a:pt x="37406" y="942950"/>
                      <a:pt x="45534" y="971677"/>
                    </a:cubicBezTo>
                    <a:cubicBezTo>
                      <a:pt x="53662" y="1000322"/>
                      <a:pt x="61472" y="1029126"/>
                      <a:pt x="68966" y="1057936"/>
                    </a:cubicBezTo>
                    <a:cubicBezTo>
                      <a:pt x="98874" y="1172909"/>
                      <a:pt x="124020" y="1289076"/>
                      <a:pt x="144086" y="1406113"/>
                    </a:cubicBezTo>
                    <a:cubicBezTo>
                      <a:pt x="171899" y="1567498"/>
                      <a:pt x="189869" y="1730217"/>
                      <a:pt x="197426" y="1893571"/>
                    </a:cubicBezTo>
                    <a:cubicBezTo>
                      <a:pt x="192727" y="1924432"/>
                      <a:pt x="188155" y="1955134"/>
                      <a:pt x="183773" y="1985672"/>
                    </a:cubicBezTo>
                    <a:cubicBezTo>
                      <a:pt x="180027" y="1895000"/>
                      <a:pt x="173550" y="1804322"/>
                      <a:pt x="164596" y="1714120"/>
                    </a:cubicBezTo>
                    <a:cubicBezTo>
                      <a:pt x="140403" y="1471055"/>
                      <a:pt x="95890" y="1230211"/>
                      <a:pt x="30167" y="994963"/>
                    </a:cubicBezTo>
                    <a:cubicBezTo>
                      <a:pt x="14863" y="940346"/>
                      <a:pt x="-6155" y="881552"/>
                      <a:pt x="10165" y="824649"/>
                    </a:cubicBezTo>
                    <a:cubicBezTo>
                      <a:pt x="24960" y="773202"/>
                      <a:pt x="66044" y="734136"/>
                      <a:pt x="102176" y="696811"/>
                    </a:cubicBezTo>
                    <a:cubicBezTo>
                      <a:pt x="177614" y="618839"/>
                      <a:pt x="258068" y="546081"/>
                      <a:pt x="342524" y="478053"/>
                    </a:cubicBezTo>
                    <a:cubicBezTo>
                      <a:pt x="265244" y="467087"/>
                      <a:pt x="188028" y="456038"/>
                      <a:pt x="110812" y="444754"/>
                    </a:cubicBezTo>
                    <a:cubicBezTo>
                      <a:pt x="103446" y="443649"/>
                      <a:pt x="99954" y="435839"/>
                      <a:pt x="102493" y="429368"/>
                    </a:cubicBezTo>
                    <a:cubicBezTo>
                      <a:pt x="115638" y="395275"/>
                      <a:pt x="129735" y="361575"/>
                      <a:pt x="144975" y="328428"/>
                    </a:cubicBezTo>
                    <a:cubicBezTo>
                      <a:pt x="171455" y="270586"/>
                      <a:pt x="201172" y="214242"/>
                      <a:pt x="234129" y="159867"/>
                    </a:cubicBezTo>
                    <a:cubicBezTo>
                      <a:pt x="250321" y="133191"/>
                      <a:pt x="267149" y="106991"/>
                      <a:pt x="284739" y="81267"/>
                    </a:cubicBezTo>
                    <a:cubicBezTo>
                      <a:pt x="298899" y="60509"/>
                      <a:pt x="314583" y="40862"/>
                      <a:pt x="330268" y="21208"/>
                    </a:cubicBezTo>
                    <a:cubicBezTo>
                      <a:pt x="334586" y="15767"/>
                      <a:pt x="338967" y="10401"/>
                      <a:pt x="343286" y="4952"/>
                    </a:cubicBezTo>
                    <a:cubicBezTo>
                      <a:pt x="346968" y="292"/>
                      <a:pt x="352620" y="1638"/>
                      <a:pt x="355541" y="5187"/>
                    </a:cubicBezTo>
                    <a:cubicBezTo>
                      <a:pt x="357573" y="7715"/>
                      <a:pt x="358208" y="11423"/>
                      <a:pt x="355668" y="14820"/>
                    </a:cubicBezTo>
                    <a:cubicBezTo>
                      <a:pt x="331729" y="47332"/>
                      <a:pt x="309821" y="81343"/>
                      <a:pt x="287787" y="115119"/>
                    </a:cubicBezTo>
                    <a:cubicBezTo>
                      <a:pt x="265625" y="149129"/>
                      <a:pt x="244543" y="183934"/>
                      <a:pt x="224731" y="219367"/>
                    </a:cubicBezTo>
                    <a:cubicBezTo>
                      <a:pt x="187838" y="285654"/>
                      <a:pt x="155516" y="354317"/>
                      <a:pt x="127893" y="424948"/>
                    </a:cubicBezTo>
                    <a:cubicBezTo>
                      <a:pt x="208666" y="436626"/>
                      <a:pt x="289374" y="448539"/>
                      <a:pt x="370019" y="460457"/>
                    </a:cubicBezTo>
                    <a:cubicBezTo>
                      <a:pt x="379354" y="461873"/>
                      <a:pt x="381703" y="474110"/>
                      <a:pt x="374718" y="479634"/>
                    </a:cubicBezTo>
                    <a:cubicBezTo>
                      <a:pt x="273181" y="558946"/>
                      <a:pt x="177487" y="646303"/>
                      <a:pt x="89729" y="740613"/>
                    </a:cubicBezTo>
                    <a:cubicBezTo>
                      <a:pt x="71823" y="759866"/>
                      <a:pt x="53916" y="780072"/>
                      <a:pt x="41533" y="8035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30"/>
              <p:cNvSpPr/>
              <p:nvPr/>
            </p:nvSpPr>
            <p:spPr>
              <a:xfrm>
                <a:off x="6666124" y="2033079"/>
                <a:ext cx="778268" cy="1675445"/>
              </a:xfrm>
              <a:custGeom>
                <a:avLst/>
                <a:gdLst/>
                <a:ahLst/>
                <a:cxnLst/>
                <a:rect l="l" t="t" r="r" b="b"/>
                <a:pathLst>
                  <a:path w="1037691" h="2233926" extrusionOk="0">
                    <a:moveTo>
                      <a:pt x="1018787" y="713542"/>
                    </a:moveTo>
                    <a:cubicBezTo>
                      <a:pt x="1018215" y="718120"/>
                      <a:pt x="1013644" y="722699"/>
                      <a:pt x="1009008" y="722781"/>
                    </a:cubicBezTo>
                    <a:cubicBezTo>
                      <a:pt x="847020" y="725619"/>
                      <a:pt x="685158" y="728147"/>
                      <a:pt x="523296" y="730751"/>
                    </a:cubicBezTo>
                    <a:cubicBezTo>
                      <a:pt x="657091" y="858830"/>
                      <a:pt x="790886" y="987068"/>
                      <a:pt x="924934" y="1114913"/>
                    </a:cubicBezTo>
                    <a:cubicBezTo>
                      <a:pt x="929062" y="1118856"/>
                      <a:pt x="931348" y="1126432"/>
                      <a:pt x="926776" y="1131093"/>
                    </a:cubicBezTo>
                    <a:cubicBezTo>
                      <a:pt x="831272" y="1226661"/>
                      <a:pt x="738053" y="1324355"/>
                      <a:pt x="647439" y="1424501"/>
                    </a:cubicBezTo>
                    <a:cubicBezTo>
                      <a:pt x="486847" y="1601984"/>
                      <a:pt x="334574" y="1786966"/>
                      <a:pt x="190620" y="1978177"/>
                    </a:cubicBezTo>
                    <a:cubicBezTo>
                      <a:pt x="126929" y="2062854"/>
                      <a:pt x="64889" y="2148719"/>
                      <a:pt x="4691" y="2235835"/>
                    </a:cubicBezTo>
                    <a:cubicBezTo>
                      <a:pt x="7549" y="2219185"/>
                      <a:pt x="10343" y="2202536"/>
                      <a:pt x="13454" y="2185880"/>
                    </a:cubicBezTo>
                    <a:lnTo>
                      <a:pt x="13454" y="2185803"/>
                    </a:lnTo>
                    <a:cubicBezTo>
                      <a:pt x="141471" y="2001298"/>
                      <a:pt x="277107" y="1822240"/>
                      <a:pt x="420871" y="1649647"/>
                    </a:cubicBezTo>
                    <a:cubicBezTo>
                      <a:pt x="572827" y="1467192"/>
                      <a:pt x="733101" y="1291602"/>
                      <a:pt x="901312" y="1124146"/>
                    </a:cubicBezTo>
                    <a:cubicBezTo>
                      <a:pt x="764089" y="992117"/>
                      <a:pt x="626484" y="860487"/>
                      <a:pt x="488943" y="728700"/>
                    </a:cubicBezTo>
                    <a:cubicBezTo>
                      <a:pt x="482529" y="722622"/>
                      <a:pt x="484117" y="708963"/>
                      <a:pt x="494848" y="708811"/>
                    </a:cubicBezTo>
                    <a:cubicBezTo>
                      <a:pt x="662615" y="706125"/>
                      <a:pt x="830383" y="703287"/>
                      <a:pt x="998086" y="700918"/>
                    </a:cubicBezTo>
                    <a:cubicBezTo>
                      <a:pt x="1004373" y="652703"/>
                      <a:pt x="1009579" y="604246"/>
                      <a:pt x="1013390" y="555795"/>
                    </a:cubicBezTo>
                    <a:cubicBezTo>
                      <a:pt x="1027551" y="373734"/>
                      <a:pt x="1022661" y="190251"/>
                      <a:pt x="1004944" y="8666"/>
                    </a:cubicBezTo>
                    <a:cubicBezTo>
                      <a:pt x="1004817" y="7009"/>
                      <a:pt x="1005198" y="5592"/>
                      <a:pt x="1005897" y="4564"/>
                    </a:cubicBezTo>
                    <a:cubicBezTo>
                      <a:pt x="1008754" y="379"/>
                      <a:pt x="1016628" y="1008"/>
                      <a:pt x="1017581" y="7402"/>
                    </a:cubicBezTo>
                    <a:cubicBezTo>
                      <a:pt x="1018279" y="11981"/>
                      <a:pt x="1018915" y="16635"/>
                      <a:pt x="1019549" y="21214"/>
                    </a:cubicBezTo>
                    <a:lnTo>
                      <a:pt x="1019613" y="21214"/>
                    </a:lnTo>
                    <a:cubicBezTo>
                      <a:pt x="1026344" y="68642"/>
                      <a:pt x="1031868" y="116229"/>
                      <a:pt x="1035424" y="164051"/>
                    </a:cubicBezTo>
                    <a:cubicBezTo>
                      <a:pt x="1048886" y="347134"/>
                      <a:pt x="1042536" y="531564"/>
                      <a:pt x="1018787" y="71354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30"/>
              <p:cNvSpPr/>
              <p:nvPr/>
            </p:nvSpPr>
            <p:spPr>
              <a:xfrm>
                <a:off x="7721654" y="3103942"/>
                <a:ext cx="156607" cy="546381"/>
              </a:xfrm>
              <a:custGeom>
                <a:avLst/>
                <a:gdLst/>
                <a:ahLst/>
                <a:cxnLst/>
                <a:rect l="l" t="t" r="r" b="b"/>
                <a:pathLst>
                  <a:path w="208809" h="728508" extrusionOk="0">
                    <a:moveTo>
                      <a:pt x="213636" y="723168"/>
                    </a:moveTo>
                    <a:cubicBezTo>
                      <a:pt x="183346" y="631360"/>
                      <a:pt x="147659" y="541438"/>
                      <a:pt x="119211" y="448994"/>
                    </a:cubicBezTo>
                    <a:cubicBezTo>
                      <a:pt x="90700" y="356341"/>
                      <a:pt x="67395" y="262323"/>
                      <a:pt x="48091" y="167353"/>
                    </a:cubicBezTo>
                    <a:cubicBezTo>
                      <a:pt x="42757" y="141368"/>
                      <a:pt x="37740" y="115346"/>
                      <a:pt x="32851" y="89292"/>
                    </a:cubicBezTo>
                    <a:cubicBezTo>
                      <a:pt x="27771" y="61993"/>
                      <a:pt x="21294" y="34860"/>
                      <a:pt x="17166" y="7421"/>
                    </a:cubicBezTo>
                    <a:cubicBezTo>
                      <a:pt x="16024" y="-154"/>
                      <a:pt x="4403" y="887"/>
                      <a:pt x="5228" y="8583"/>
                    </a:cubicBezTo>
                    <a:cubicBezTo>
                      <a:pt x="8023" y="33037"/>
                      <a:pt x="9356" y="57580"/>
                      <a:pt x="12467" y="82027"/>
                    </a:cubicBezTo>
                    <a:cubicBezTo>
                      <a:pt x="15515" y="106405"/>
                      <a:pt x="19389" y="130751"/>
                      <a:pt x="23643" y="154957"/>
                    </a:cubicBezTo>
                    <a:cubicBezTo>
                      <a:pt x="31899" y="202043"/>
                      <a:pt x="41931" y="248791"/>
                      <a:pt x="52980" y="295292"/>
                    </a:cubicBezTo>
                    <a:cubicBezTo>
                      <a:pt x="75523" y="389926"/>
                      <a:pt x="103526" y="483252"/>
                      <a:pt x="136356" y="574819"/>
                    </a:cubicBezTo>
                    <a:cubicBezTo>
                      <a:pt x="155088" y="626979"/>
                      <a:pt x="176615" y="678414"/>
                      <a:pt x="202777" y="727328"/>
                    </a:cubicBezTo>
                    <a:cubicBezTo>
                      <a:pt x="206206" y="733747"/>
                      <a:pt x="215985" y="730452"/>
                      <a:pt x="213636" y="7231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30"/>
              <p:cNvSpPr/>
              <p:nvPr/>
            </p:nvSpPr>
            <p:spPr>
              <a:xfrm>
                <a:off x="7475407" y="4156615"/>
                <a:ext cx="337604" cy="288360"/>
              </a:xfrm>
              <a:custGeom>
                <a:avLst/>
                <a:gdLst/>
                <a:ahLst/>
                <a:cxnLst/>
                <a:rect l="l" t="t" r="r" b="b"/>
                <a:pathLst>
                  <a:path w="450138" h="384480" extrusionOk="0">
                    <a:moveTo>
                      <a:pt x="444516" y="3994"/>
                    </a:moveTo>
                    <a:cubicBezTo>
                      <a:pt x="380000" y="41758"/>
                      <a:pt x="321643" y="91078"/>
                      <a:pt x="264049" y="138386"/>
                    </a:cubicBezTo>
                    <a:cubicBezTo>
                      <a:pt x="206010" y="186011"/>
                      <a:pt x="149558" y="235439"/>
                      <a:pt x="94694" y="286633"/>
                    </a:cubicBezTo>
                    <a:cubicBezTo>
                      <a:pt x="79772" y="300533"/>
                      <a:pt x="64913" y="314529"/>
                      <a:pt x="50498" y="328956"/>
                    </a:cubicBezTo>
                    <a:cubicBezTo>
                      <a:pt x="34940" y="344520"/>
                      <a:pt x="21034" y="361150"/>
                      <a:pt x="6429" y="377457"/>
                    </a:cubicBezTo>
                    <a:cubicBezTo>
                      <a:pt x="1984" y="382429"/>
                      <a:pt x="9540" y="390544"/>
                      <a:pt x="14684" y="386011"/>
                    </a:cubicBezTo>
                    <a:cubicBezTo>
                      <a:pt x="28717" y="373603"/>
                      <a:pt x="43513" y="362008"/>
                      <a:pt x="57356" y="349250"/>
                    </a:cubicBezTo>
                    <a:cubicBezTo>
                      <a:pt x="70818" y="336874"/>
                      <a:pt x="84153" y="324371"/>
                      <a:pt x="97488" y="311919"/>
                    </a:cubicBezTo>
                    <a:cubicBezTo>
                      <a:pt x="124729" y="286576"/>
                      <a:pt x="152288" y="261576"/>
                      <a:pt x="180228" y="237021"/>
                    </a:cubicBezTo>
                    <a:cubicBezTo>
                      <a:pt x="236172" y="187897"/>
                      <a:pt x="293513" y="140399"/>
                      <a:pt x="352251" y="94742"/>
                    </a:cubicBezTo>
                    <a:cubicBezTo>
                      <a:pt x="386032" y="68542"/>
                      <a:pt x="420513" y="43218"/>
                      <a:pt x="452580" y="14961"/>
                    </a:cubicBezTo>
                    <a:cubicBezTo>
                      <a:pt x="459248" y="9119"/>
                      <a:pt x="452073" y="-432"/>
                      <a:pt x="444516" y="399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30"/>
              <p:cNvSpPr/>
              <p:nvPr/>
            </p:nvSpPr>
            <p:spPr>
              <a:xfrm>
                <a:off x="8063582" y="3764309"/>
                <a:ext cx="252437" cy="188346"/>
              </a:xfrm>
              <a:custGeom>
                <a:avLst/>
                <a:gdLst/>
                <a:ahLst/>
                <a:cxnLst/>
                <a:rect l="l" t="t" r="r" b="b"/>
                <a:pathLst>
                  <a:path w="336583" h="251128" extrusionOk="0">
                    <a:moveTo>
                      <a:pt x="332094" y="3273"/>
                    </a:moveTo>
                    <a:cubicBezTo>
                      <a:pt x="301805" y="15922"/>
                      <a:pt x="273992" y="37379"/>
                      <a:pt x="247131" y="55927"/>
                    </a:cubicBezTo>
                    <a:cubicBezTo>
                      <a:pt x="218747" y="75485"/>
                      <a:pt x="190617" y="95399"/>
                      <a:pt x="162867" y="115795"/>
                    </a:cubicBezTo>
                    <a:cubicBezTo>
                      <a:pt x="135689" y="135823"/>
                      <a:pt x="108638" y="156225"/>
                      <a:pt x="82158" y="177193"/>
                    </a:cubicBezTo>
                    <a:cubicBezTo>
                      <a:pt x="56123" y="197767"/>
                      <a:pt x="27294" y="218493"/>
                      <a:pt x="6530" y="244649"/>
                    </a:cubicBezTo>
                    <a:cubicBezTo>
                      <a:pt x="3355" y="248605"/>
                      <a:pt x="7673" y="255711"/>
                      <a:pt x="12753" y="253152"/>
                    </a:cubicBezTo>
                    <a:cubicBezTo>
                      <a:pt x="41963" y="238286"/>
                      <a:pt x="67743" y="215852"/>
                      <a:pt x="93715" y="196103"/>
                    </a:cubicBezTo>
                    <a:cubicBezTo>
                      <a:pt x="120703" y="175644"/>
                      <a:pt x="147690" y="155323"/>
                      <a:pt x="174995" y="135359"/>
                    </a:cubicBezTo>
                    <a:cubicBezTo>
                      <a:pt x="202300" y="115408"/>
                      <a:pt x="229732" y="95653"/>
                      <a:pt x="257482" y="76336"/>
                    </a:cubicBezTo>
                    <a:cubicBezTo>
                      <a:pt x="270880" y="67046"/>
                      <a:pt x="284279" y="57806"/>
                      <a:pt x="297614" y="48478"/>
                    </a:cubicBezTo>
                    <a:cubicBezTo>
                      <a:pt x="311774" y="38534"/>
                      <a:pt x="326887" y="28692"/>
                      <a:pt x="339397" y="16665"/>
                    </a:cubicBezTo>
                    <a:cubicBezTo>
                      <a:pt x="345176" y="11140"/>
                      <a:pt x="340857" y="-397"/>
                      <a:pt x="332094" y="327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30"/>
              <p:cNvSpPr/>
              <p:nvPr/>
            </p:nvSpPr>
            <p:spPr>
              <a:xfrm>
                <a:off x="7781888" y="4808562"/>
                <a:ext cx="141652" cy="334941"/>
              </a:xfrm>
              <a:custGeom>
                <a:avLst/>
                <a:gdLst/>
                <a:ahLst/>
                <a:cxnLst/>
                <a:rect l="l" t="t" r="r" b="b"/>
                <a:pathLst>
                  <a:path w="188870" h="446588" extrusionOk="0">
                    <a:moveTo>
                      <a:pt x="71762" y="51181"/>
                    </a:moveTo>
                    <a:cubicBezTo>
                      <a:pt x="87891" y="59817"/>
                      <a:pt x="104147" y="68262"/>
                      <a:pt x="120340" y="76708"/>
                    </a:cubicBezTo>
                    <a:cubicBezTo>
                      <a:pt x="127452" y="201104"/>
                      <a:pt x="134627" y="325501"/>
                      <a:pt x="141739" y="449898"/>
                    </a:cubicBezTo>
                    <a:lnTo>
                      <a:pt x="162822" y="449898"/>
                    </a:lnTo>
                    <a:cubicBezTo>
                      <a:pt x="157107" y="350012"/>
                      <a:pt x="151391" y="250127"/>
                      <a:pt x="145613" y="150241"/>
                    </a:cubicBezTo>
                    <a:cubicBezTo>
                      <a:pt x="144407" y="129286"/>
                      <a:pt x="143200" y="108331"/>
                      <a:pt x="141994" y="87376"/>
                    </a:cubicBezTo>
                    <a:cubicBezTo>
                      <a:pt x="144787" y="87693"/>
                      <a:pt x="147772" y="86931"/>
                      <a:pt x="149868" y="85344"/>
                    </a:cubicBezTo>
                    <a:cubicBezTo>
                      <a:pt x="164346" y="74358"/>
                      <a:pt x="180411" y="62928"/>
                      <a:pt x="192476" y="49276"/>
                    </a:cubicBezTo>
                    <a:cubicBezTo>
                      <a:pt x="197175" y="44005"/>
                      <a:pt x="190761" y="35306"/>
                      <a:pt x="184284" y="38100"/>
                    </a:cubicBezTo>
                    <a:cubicBezTo>
                      <a:pt x="169616" y="44513"/>
                      <a:pt x="155709" y="54419"/>
                      <a:pt x="142374" y="63817"/>
                    </a:cubicBezTo>
                    <a:cubicBezTo>
                      <a:pt x="122118" y="53657"/>
                      <a:pt x="101798" y="43561"/>
                      <a:pt x="81414" y="33655"/>
                    </a:cubicBezTo>
                    <a:cubicBezTo>
                      <a:pt x="59380" y="22860"/>
                      <a:pt x="37028" y="11557"/>
                      <a:pt x="13787" y="3619"/>
                    </a:cubicBezTo>
                    <a:cubicBezTo>
                      <a:pt x="7818" y="1651"/>
                      <a:pt x="1721" y="9525"/>
                      <a:pt x="7627" y="13716"/>
                    </a:cubicBezTo>
                    <a:cubicBezTo>
                      <a:pt x="27757" y="28003"/>
                      <a:pt x="50046" y="39497"/>
                      <a:pt x="71762" y="51181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30"/>
              <p:cNvSpPr/>
              <p:nvPr/>
            </p:nvSpPr>
            <p:spPr>
              <a:xfrm>
                <a:off x="7065413" y="4881936"/>
                <a:ext cx="20101" cy="261567"/>
              </a:xfrm>
              <a:custGeom>
                <a:avLst/>
                <a:gdLst/>
                <a:ahLst/>
                <a:cxnLst/>
                <a:rect l="l" t="t" r="r" b="b"/>
                <a:pathLst>
                  <a:path w="26802" h="348756" extrusionOk="0">
                    <a:moveTo>
                      <a:pt x="27374" y="352090"/>
                    </a:moveTo>
                    <a:cubicBezTo>
                      <a:pt x="29660" y="262872"/>
                      <a:pt x="31629" y="173655"/>
                      <a:pt x="31501" y="84437"/>
                    </a:cubicBezTo>
                    <a:cubicBezTo>
                      <a:pt x="31438" y="59545"/>
                      <a:pt x="31374" y="34780"/>
                      <a:pt x="30676" y="9951"/>
                    </a:cubicBezTo>
                    <a:cubicBezTo>
                      <a:pt x="30422" y="1506"/>
                      <a:pt x="16388" y="934"/>
                      <a:pt x="15817" y="9444"/>
                    </a:cubicBezTo>
                    <a:cubicBezTo>
                      <a:pt x="8260" y="114155"/>
                      <a:pt x="7625" y="219502"/>
                      <a:pt x="5276" y="324404"/>
                    </a:cubicBezTo>
                    <a:cubicBezTo>
                      <a:pt x="5085" y="333611"/>
                      <a:pt x="4895" y="342883"/>
                      <a:pt x="4705" y="352090"/>
                    </a:cubicBezTo>
                    <a:lnTo>
                      <a:pt x="27374" y="352090"/>
                    </a:ln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30"/>
              <p:cNvSpPr/>
              <p:nvPr/>
            </p:nvSpPr>
            <p:spPr>
              <a:xfrm>
                <a:off x="5835229" y="4274480"/>
                <a:ext cx="294589" cy="334415"/>
              </a:xfrm>
              <a:custGeom>
                <a:avLst/>
                <a:gdLst/>
                <a:ahLst/>
                <a:cxnLst/>
                <a:rect l="l" t="t" r="r" b="b"/>
                <a:pathLst>
                  <a:path w="392785" h="445887" extrusionOk="0">
                    <a:moveTo>
                      <a:pt x="4016" y="34856"/>
                    </a:moveTo>
                    <a:cubicBezTo>
                      <a:pt x="4016" y="34856"/>
                      <a:pt x="-2016" y="397701"/>
                      <a:pt x="137557" y="445555"/>
                    </a:cubicBezTo>
                    <a:cubicBezTo>
                      <a:pt x="277130" y="493402"/>
                      <a:pt x="396764" y="2953"/>
                      <a:pt x="396764" y="2953"/>
                    </a:cubicBezTo>
                    <a:lnTo>
                      <a:pt x="4016" y="3485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30"/>
              <p:cNvSpPr/>
              <p:nvPr/>
            </p:nvSpPr>
            <p:spPr>
              <a:xfrm>
                <a:off x="5763192" y="3553572"/>
                <a:ext cx="628308" cy="766444"/>
              </a:xfrm>
              <a:custGeom>
                <a:avLst/>
                <a:gdLst/>
                <a:ahLst/>
                <a:cxnLst/>
                <a:rect l="l" t="t" r="r" b="b"/>
                <a:pathLst>
                  <a:path w="837744" h="1021925" extrusionOk="0">
                    <a:moveTo>
                      <a:pt x="88126" y="547153"/>
                    </a:moveTo>
                    <a:lnTo>
                      <a:pt x="100128" y="995731"/>
                    </a:lnTo>
                    <a:cubicBezTo>
                      <a:pt x="100128" y="995731"/>
                      <a:pt x="349302" y="1095413"/>
                      <a:pt x="626416" y="923957"/>
                    </a:cubicBezTo>
                    <a:cubicBezTo>
                      <a:pt x="718619" y="866921"/>
                      <a:pt x="839776" y="646836"/>
                      <a:pt x="841745" y="596995"/>
                    </a:cubicBezTo>
                    <a:cubicBezTo>
                      <a:pt x="843713" y="547153"/>
                      <a:pt x="771959" y="527221"/>
                      <a:pt x="771959" y="527221"/>
                    </a:cubicBezTo>
                    <a:cubicBezTo>
                      <a:pt x="771959" y="527221"/>
                      <a:pt x="775959" y="437502"/>
                      <a:pt x="704204" y="393636"/>
                    </a:cubicBezTo>
                    <a:cubicBezTo>
                      <a:pt x="694235" y="387661"/>
                      <a:pt x="674296" y="315886"/>
                      <a:pt x="586538" y="309904"/>
                    </a:cubicBezTo>
                    <a:cubicBezTo>
                      <a:pt x="586538" y="309904"/>
                      <a:pt x="538722" y="226173"/>
                      <a:pt x="492876" y="228168"/>
                    </a:cubicBezTo>
                    <a:cubicBezTo>
                      <a:pt x="446965" y="230155"/>
                      <a:pt x="289485" y="377691"/>
                      <a:pt x="269546" y="383673"/>
                    </a:cubicBezTo>
                    <a:cubicBezTo>
                      <a:pt x="249607" y="389654"/>
                      <a:pt x="74157" y="-9088"/>
                      <a:pt x="18340" y="2882"/>
                    </a:cubicBezTo>
                    <a:cubicBezTo>
                      <a:pt x="-37477" y="14839"/>
                      <a:pt x="88126" y="459435"/>
                      <a:pt x="88126" y="547153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30"/>
              <p:cNvSpPr/>
              <p:nvPr/>
            </p:nvSpPr>
            <p:spPr>
              <a:xfrm>
                <a:off x="6088244" y="3780983"/>
                <a:ext cx="110917" cy="138317"/>
              </a:xfrm>
              <a:custGeom>
                <a:avLst/>
                <a:gdLst/>
                <a:ahLst/>
                <a:cxnLst/>
                <a:rect l="l" t="t" r="r" b="b"/>
                <a:pathLst>
                  <a:path w="147889" h="184422" extrusionOk="0">
                    <a:moveTo>
                      <a:pt x="141496" y="3928"/>
                    </a:moveTo>
                    <a:cubicBezTo>
                      <a:pt x="113619" y="27873"/>
                      <a:pt x="91966" y="59077"/>
                      <a:pt x="69233" y="87779"/>
                    </a:cubicBezTo>
                    <a:cubicBezTo>
                      <a:pt x="57993" y="102016"/>
                      <a:pt x="46690" y="116272"/>
                      <a:pt x="35641" y="130661"/>
                    </a:cubicBezTo>
                    <a:cubicBezTo>
                      <a:pt x="24339" y="145317"/>
                      <a:pt x="12274" y="160785"/>
                      <a:pt x="4653" y="177759"/>
                    </a:cubicBezTo>
                    <a:cubicBezTo>
                      <a:pt x="1987" y="183620"/>
                      <a:pt x="9288" y="189716"/>
                      <a:pt x="14496" y="185677"/>
                    </a:cubicBezTo>
                    <a:cubicBezTo>
                      <a:pt x="28720" y="174622"/>
                      <a:pt x="40658" y="159871"/>
                      <a:pt x="51898" y="145895"/>
                    </a:cubicBezTo>
                    <a:cubicBezTo>
                      <a:pt x="63645" y="131302"/>
                      <a:pt x="75265" y="116570"/>
                      <a:pt x="86759" y="101826"/>
                    </a:cubicBezTo>
                    <a:cubicBezTo>
                      <a:pt x="109365" y="72977"/>
                      <a:pt x="134638" y="44567"/>
                      <a:pt x="151339" y="11846"/>
                    </a:cubicBezTo>
                    <a:cubicBezTo>
                      <a:pt x="154260" y="6175"/>
                      <a:pt x="146449" y="-321"/>
                      <a:pt x="141496" y="3928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30"/>
              <p:cNvSpPr/>
              <p:nvPr/>
            </p:nvSpPr>
            <p:spPr>
              <a:xfrm>
                <a:off x="6182864" y="3840820"/>
                <a:ext cx="102231" cy="141364"/>
              </a:xfrm>
              <a:custGeom>
                <a:avLst/>
                <a:gdLst/>
                <a:ahLst/>
                <a:cxnLst/>
                <a:rect l="l" t="t" r="r" b="b"/>
                <a:pathLst>
                  <a:path w="136308" h="188486" extrusionOk="0">
                    <a:moveTo>
                      <a:pt x="130331" y="4507"/>
                    </a:moveTo>
                    <a:cubicBezTo>
                      <a:pt x="118710" y="18859"/>
                      <a:pt x="106074" y="32124"/>
                      <a:pt x="94898" y="46919"/>
                    </a:cubicBezTo>
                    <a:cubicBezTo>
                      <a:pt x="83785" y="61639"/>
                      <a:pt x="73053" y="76669"/>
                      <a:pt x="62449" y="91718"/>
                    </a:cubicBezTo>
                    <a:cubicBezTo>
                      <a:pt x="51781" y="106787"/>
                      <a:pt x="41176" y="121926"/>
                      <a:pt x="30572" y="137039"/>
                    </a:cubicBezTo>
                    <a:cubicBezTo>
                      <a:pt x="20602" y="151231"/>
                      <a:pt x="9300" y="165810"/>
                      <a:pt x="4410" y="182670"/>
                    </a:cubicBezTo>
                    <a:cubicBezTo>
                      <a:pt x="2505" y="189153"/>
                      <a:pt x="11332" y="193312"/>
                      <a:pt x="16094" y="189820"/>
                    </a:cubicBezTo>
                    <a:cubicBezTo>
                      <a:pt x="30445" y="179310"/>
                      <a:pt x="40288" y="162820"/>
                      <a:pt x="50321" y="148430"/>
                    </a:cubicBezTo>
                    <a:cubicBezTo>
                      <a:pt x="60862" y="133279"/>
                      <a:pt x="71466" y="118141"/>
                      <a:pt x="81944" y="102945"/>
                    </a:cubicBezTo>
                    <a:cubicBezTo>
                      <a:pt x="92485" y="87731"/>
                      <a:pt x="102835" y="72453"/>
                      <a:pt x="112868" y="56901"/>
                    </a:cubicBezTo>
                    <a:cubicBezTo>
                      <a:pt x="122647" y="41731"/>
                      <a:pt x="130521" y="25678"/>
                      <a:pt x="139728" y="10242"/>
                    </a:cubicBezTo>
                    <a:cubicBezTo>
                      <a:pt x="143031" y="4736"/>
                      <a:pt x="134204" y="-249"/>
                      <a:pt x="130331" y="4507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30"/>
              <p:cNvSpPr/>
              <p:nvPr/>
            </p:nvSpPr>
            <p:spPr>
              <a:xfrm>
                <a:off x="6253060" y="3946517"/>
                <a:ext cx="85990" cy="124106"/>
              </a:xfrm>
              <a:custGeom>
                <a:avLst/>
                <a:gdLst/>
                <a:ahLst/>
                <a:cxnLst/>
                <a:rect l="l" t="t" r="r" b="b"/>
                <a:pathLst>
                  <a:path w="114653" h="165474" extrusionOk="0">
                    <a:moveTo>
                      <a:pt x="105803" y="5081"/>
                    </a:moveTo>
                    <a:cubicBezTo>
                      <a:pt x="94626" y="16092"/>
                      <a:pt x="85800" y="29847"/>
                      <a:pt x="76973" y="42750"/>
                    </a:cubicBezTo>
                    <a:cubicBezTo>
                      <a:pt x="68592" y="54999"/>
                      <a:pt x="60273" y="67286"/>
                      <a:pt x="51955" y="79624"/>
                    </a:cubicBezTo>
                    <a:cubicBezTo>
                      <a:pt x="43699" y="91975"/>
                      <a:pt x="35381" y="104313"/>
                      <a:pt x="27317" y="116803"/>
                    </a:cubicBezTo>
                    <a:cubicBezTo>
                      <a:pt x="19188" y="129446"/>
                      <a:pt x="8965" y="143289"/>
                      <a:pt x="4520" y="157768"/>
                    </a:cubicBezTo>
                    <a:cubicBezTo>
                      <a:pt x="2615" y="163908"/>
                      <a:pt x="9219" y="171572"/>
                      <a:pt x="15315" y="166473"/>
                    </a:cubicBezTo>
                    <a:cubicBezTo>
                      <a:pt x="26936" y="156809"/>
                      <a:pt x="35698" y="142680"/>
                      <a:pt x="44208" y="130304"/>
                    </a:cubicBezTo>
                    <a:cubicBezTo>
                      <a:pt x="52844" y="117629"/>
                      <a:pt x="61289" y="104783"/>
                      <a:pt x="69735" y="91969"/>
                    </a:cubicBezTo>
                    <a:cubicBezTo>
                      <a:pt x="78244" y="79129"/>
                      <a:pt x="86562" y="66226"/>
                      <a:pt x="94944" y="53310"/>
                    </a:cubicBezTo>
                    <a:cubicBezTo>
                      <a:pt x="103262" y="40362"/>
                      <a:pt x="112470" y="27021"/>
                      <a:pt x="118185" y="12644"/>
                    </a:cubicBezTo>
                    <a:cubicBezTo>
                      <a:pt x="121487" y="4497"/>
                      <a:pt x="111518" y="-608"/>
                      <a:pt x="105803" y="5081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30"/>
              <p:cNvSpPr/>
              <p:nvPr/>
            </p:nvSpPr>
            <p:spPr>
              <a:xfrm>
                <a:off x="7215963" y="3074498"/>
                <a:ext cx="307537" cy="642402"/>
              </a:xfrm>
              <a:custGeom>
                <a:avLst/>
                <a:gdLst/>
                <a:ahLst/>
                <a:cxnLst/>
                <a:rect l="l" t="t" r="r" b="b"/>
                <a:pathLst>
                  <a:path w="410049" h="856536" extrusionOk="0">
                    <a:moveTo>
                      <a:pt x="410782" y="845086"/>
                    </a:moveTo>
                    <a:cubicBezTo>
                      <a:pt x="383604" y="834506"/>
                      <a:pt x="357124" y="824067"/>
                      <a:pt x="331343" y="810243"/>
                    </a:cubicBezTo>
                    <a:cubicBezTo>
                      <a:pt x="305372" y="796292"/>
                      <a:pt x="280988" y="779947"/>
                      <a:pt x="257874" y="761583"/>
                    </a:cubicBezTo>
                    <a:cubicBezTo>
                      <a:pt x="212091" y="725109"/>
                      <a:pt x="172974" y="680741"/>
                      <a:pt x="140843" y="631846"/>
                    </a:cubicBezTo>
                    <a:cubicBezTo>
                      <a:pt x="66739" y="518994"/>
                      <a:pt x="35624" y="384971"/>
                      <a:pt x="28892" y="251449"/>
                    </a:cubicBezTo>
                    <a:cubicBezTo>
                      <a:pt x="26861" y="210441"/>
                      <a:pt x="27305" y="169420"/>
                      <a:pt x="28575" y="128392"/>
                    </a:cubicBezTo>
                    <a:cubicBezTo>
                      <a:pt x="29147" y="108130"/>
                      <a:pt x="30036" y="87854"/>
                      <a:pt x="31052" y="67604"/>
                    </a:cubicBezTo>
                    <a:cubicBezTo>
                      <a:pt x="32005" y="47347"/>
                      <a:pt x="34354" y="26488"/>
                      <a:pt x="32449" y="6288"/>
                    </a:cubicBezTo>
                    <a:cubicBezTo>
                      <a:pt x="32067" y="2066"/>
                      <a:pt x="25337" y="478"/>
                      <a:pt x="23876" y="4898"/>
                    </a:cubicBezTo>
                    <a:cubicBezTo>
                      <a:pt x="18034" y="22284"/>
                      <a:pt x="15812" y="41074"/>
                      <a:pt x="13526" y="59247"/>
                    </a:cubicBezTo>
                    <a:cubicBezTo>
                      <a:pt x="11176" y="77814"/>
                      <a:pt x="9207" y="96376"/>
                      <a:pt x="7874" y="115045"/>
                    </a:cubicBezTo>
                    <a:cubicBezTo>
                      <a:pt x="5207" y="152148"/>
                      <a:pt x="4381" y="189378"/>
                      <a:pt x="5207" y="226570"/>
                    </a:cubicBezTo>
                    <a:cubicBezTo>
                      <a:pt x="6985" y="301417"/>
                      <a:pt x="16066" y="376011"/>
                      <a:pt x="35369" y="448439"/>
                    </a:cubicBezTo>
                    <a:cubicBezTo>
                      <a:pt x="67628" y="569851"/>
                      <a:pt x="132207" y="683859"/>
                      <a:pt x="228283" y="766085"/>
                    </a:cubicBezTo>
                    <a:cubicBezTo>
                      <a:pt x="278448" y="809037"/>
                      <a:pt x="340932" y="846597"/>
                      <a:pt x="406718" y="858675"/>
                    </a:cubicBezTo>
                    <a:cubicBezTo>
                      <a:pt x="414592" y="860122"/>
                      <a:pt x="418466" y="848064"/>
                      <a:pt x="410782" y="8450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30"/>
              <p:cNvSpPr/>
              <p:nvPr/>
            </p:nvSpPr>
            <p:spPr>
              <a:xfrm>
                <a:off x="7478984" y="3675668"/>
                <a:ext cx="100745" cy="67215"/>
              </a:xfrm>
              <a:custGeom>
                <a:avLst/>
                <a:gdLst/>
                <a:ahLst/>
                <a:cxnLst/>
                <a:rect l="l" t="t" r="r" b="b"/>
                <a:pathLst>
                  <a:path w="134326" h="89620" extrusionOk="0">
                    <a:moveTo>
                      <a:pt x="138871" y="59234"/>
                    </a:moveTo>
                    <a:cubicBezTo>
                      <a:pt x="134617" y="83078"/>
                      <a:pt x="101279" y="97055"/>
                      <a:pt x="64449" y="90450"/>
                    </a:cubicBezTo>
                    <a:cubicBezTo>
                      <a:pt x="27555" y="83840"/>
                      <a:pt x="1203" y="59164"/>
                      <a:pt x="5457" y="35313"/>
                    </a:cubicBezTo>
                    <a:cubicBezTo>
                      <a:pt x="9712" y="11475"/>
                      <a:pt x="43049" y="-2501"/>
                      <a:pt x="79879" y="4103"/>
                    </a:cubicBezTo>
                    <a:cubicBezTo>
                      <a:pt x="116773" y="10713"/>
                      <a:pt x="143189" y="35396"/>
                      <a:pt x="138871" y="592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30"/>
              <p:cNvSpPr/>
              <p:nvPr/>
            </p:nvSpPr>
            <p:spPr>
              <a:xfrm>
                <a:off x="7330520" y="3103130"/>
                <a:ext cx="350737" cy="616159"/>
              </a:xfrm>
              <a:custGeom>
                <a:avLst/>
                <a:gdLst/>
                <a:ahLst/>
                <a:cxnLst/>
                <a:rect l="l" t="t" r="r" b="b"/>
                <a:pathLst>
                  <a:path w="467649" h="821545" extrusionOk="0">
                    <a:moveTo>
                      <a:pt x="9653" y="809897"/>
                    </a:moveTo>
                    <a:cubicBezTo>
                      <a:pt x="37657" y="801648"/>
                      <a:pt x="64899" y="793469"/>
                      <a:pt x="91759" y="781861"/>
                    </a:cubicBezTo>
                    <a:cubicBezTo>
                      <a:pt x="118810" y="770145"/>
                      <a:pt x="144527" y="755909"/>
                      <a:pt x="169039" y="739558"/>
                    </a:cubicBezTo>
                    <a:cubicBezTo>
                      <a:pt x="217743" y="707058"/>
                      <a:pt x="260478" y="666139"/>
                      <a:pt x="296547" y="620114"/>
                    </a:cubicBezTo>
                    <a:cubicBezTo>
                      <a:pt x="379922" y="513897"/>
                      <a:pt x="422214" y="382967"/>
                      <a:pt x="440120" y="250480"/>
                    </a:cubicBezTo>
                    <a:cubicBezTo>
                      <a:pt x="445645" y="209789"/>
                      <a:pt x="448566" y="168876"/>
                      <a:pt x="450852" y="127887"/>
                    </a:cubicBezTo>
                    <a:cubicBezTo>
                      <a:pt x="451931" y="107656"/>
                      <a:pt x="452757" y="87374"/>
                      <a:pt x="453455" y="67111"/>
                    </a:cubicBezTo>
                    <a:cubicBezTo>
                      <a:pt x="454217" y="46848"/>
                      <a:pt x="453582" y="25855"/>
                      <a:pt x="457202" y="5891"/>
                    </a:cubicBezTo>
                    <a:cubicBezTo>
                      <a:pt x="457964" y="1719"/>
                      <a:pt x="464822" y="703"/>
                      <a:pt x="465902" y="5230"/>
                    </a:cubicBezTo>
                    <a:cubicBezTo>
                      <a:pt x="470219" y="23049"/>
                      <a:pt x="470854" y="41953"/>
                      <a:pt x="471616" y="60253"/>
                    </a:cubicBezTo>
                    <a:cubicBezTo>
                      <a:pt x="472378" y="78954"/>
                      <a:pt x="472823" y="97623"/>
                      <a:pt x="472569" y="116330"/>
                    </a:cubicBezTo>
                    <a:cubicBezTo>
                      <a:pt x="472125" y="153528"/>
                      <a:pt x="469775" y="190695"/>
                      <a:pt x="465775" y="227677"/>
                    </a:cubicBezTo>
                    <a:cubicBezTo>
                      <a:pt x="457774" y="302119"/>
                      <a:pt x="442406" y="375683"/>
                      <a:pt x="417133" y="446232"/>
                    </a:cubicBezTo>
                    <a:cubicBezTo>
                      <a:pt x="374715" y="564494"/>
                      <a:pt x="300865" y="672679"/>
                      <a:pt x="198185" y="746530"/>
                    </a:cubicBezTo>
                    <a:cubicBezTo>
                      <a:pt x="144527" y="785106"/>
                      <a:pt x="79123" y="817282"/>
                      <a:pt x="12575" y="823778"/>
                    </a:cubicBezTo>
                    <a:cubicBezTo>
                      <a:pt x="4637" y="824559"/>
                      <a:pt x="1779" y="812221"/>
                      <a:pt x="9653" y="8098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30"/>
              <p:cNvSpPr/>
              <p:nvPr/>
            </p:nvSpPr>
            <p:spPr>
              <a:xfrm>
                <a:off x="7274151" y="3677646"/>
                <a:ext cx="101396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135195" h="88263" extrusionOk="0">
                    <a:moveTo>
                      <a:pt x="4999" y="52907"/>
                    </a:moveTo>
                    <a:cubicBezTo>
                      <a:pt x="7222" y="77025"/>
                      <a:pt x="39290" y="93757"/>
                      <a:pt x="76564" y="90271"/>
                    </a:cubicBezTo>
                    <a:cubicBezTo>
                      <a:pt x="113839" y="86785"/>
                      <a:pt x="142223" y="64414"/>
                      <a:pt x="139937" y="40290"/>
                    </a:cubicBezTo>
                    <a:cubicBezTo>
                      <a:pt x="137715" y="16173"/>
                      <a:pt x="105647" y="-559"/>
                      <a:pt x="68372" y="2927"/>
                    </a:cubicBezTo>
                    <a:cubicBezTo>
                      <a:pt x="31098" y="6413"/>
                      <a:pt x="2713" y="28790"/>
                      <a:pt x="4999" y="529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30"/>
              <p:cNvSpPr/>
              <p:nvPr/>
            </p:nvSpPr>
            <p:spPr>
              <a:xfrm>
                <a:off x="7438079" y="2049334"/>
                <a:ext cx="89582" cy="401403"/>
              </a:xfrm>
              <a:custGeom>
                <a:avLst/>
                <a:gdLst/>
                <a:ahLst/>
                <a:cxnLst/>
                <a:rect l="l" t="t" r="r" b="b"/>
                <a:pathLst>
                  <a:path w="119443" h="535204" extrusionOk="0">
                    <a:moveTo>
                      <a:pt x="124419" y="535443"/>
                    </a:moveTo>
                    <a:lnTo>
                      <a:pt x="77048" y="536700"/>
                    </a:lnTo>
                    <a:cubicBezTo>
                      <a:pt x="76984" y="532045"/>
                      <a:pt x="76794" y="527391"/>
                      <a:pt x="76667" y="522813"/>
                    </a:cubicBezTo>
                    <a:cubicBezTo>
                      <a:pt x="69238" y="276356"/>
                      <a:pt x="34566" y="105268"/>
                      <a:pt x="4975" y="1496"/>
                    </a:cubicBezTo>
                    <a:cubicBezTo>
                      <a:pt x="17929" y="3865"/>
                      <a:pt x="35773" y="7490"/>
                      <a:pt x="57744" y="12856"/>
                    </a:cubicBezTo>
                    <a:cubicBezTo>
                      <a:pt x="86509" y="121448"/>
                      <a:pt x="117243" y="288745"/>
                      <a:pt x="124102" y="523289"/>
                    </a:cubicBezTo>
                    <a:cubicBezTo>
                      <a:pt x="124164" y="527315"/>
                      <a:pt x="124355" y="531340"/>
                      <a:pt x="124419" y="5354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30"/>
              <p:cNvSpPr/>
              <p:nvPr/>
            </p:nvSpPr>
            <p:spPr>
              <a:xfrm>
                <a:off x="7205096" y="2429910"/>
                <a:ext cx="492842" cy="757051"/>
              </a:xfrm>
              <a:custGeom>
                <a:avLst/>
                <a:gdLst/>
                <a:ahLst/>
                <a:cxnLst/>
                <a:rect l="l" t="t" r="r" b="b"/>
                <a:pathLst>
                  <a:path w="657123" h="1009402" extrusionOk="0">
                    <a:moveTo>
                      <a:pt x="656338" y="1011270"/>
                    </a:moveTo>
                    <a:lnTo>
                      <a:pt x="609031" y="1008540"/>
                    </a:lnTo>
                    <a:cubicBezTo>
                      <a:pt x="649734" y="301734"/>
                      <a:pt x="457520" y="96755"/>
                      <a:pt x="410022" y="57335"/>
                    </a:cubicBezTo>
                    <a:cubicBezTo>
                      <a:pt x="79249" y="262846"/>
                      <a:pt x="52516" y="985337"/>
                      <a:pt x="52262" y="992703"/>
                    </a:cubicBezTo>
                    <a:lnTo>
                      <a:pt x="4955" y="991211"/>
                    </a:lnTo>
                    <a:cubicBezTo>
                      <a:pt x="5907" y="959651"/>
                      <a:pt x="33466" y="215952"/>
                      <a:pt x="399735" y="8420"/>
                    </a:cubicBezTo>
                    <a:lnTo>
                      <a:pt x="411291" y="1867"/>
                    </a:lnTo>
                    <a:lnTo>
                      <a:pt x="422912" y="8325"/>
                    </a:lnTo>
                    <a:cubicBezTo>
                      <a:pt x="434406" y="14726"/>
                      <a:pt x="704471" y="174683"/>
                      <a:pt x="656338" y="10112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30"/>
              <p:cNvSpPr/>
              <p:nvPr/>
            </p:nvSpPr>
            <p:spPr>
              <a:xfrm>
                <a:off x="6124103" y="2267256"/>
                <a:ext cx="275843" cy="763282"/>
              </a:xfrm>
              <a:custGeom>
                <a:avLst/>
                <a:gdLst/>
                <a:ahLst/>
                <a:cxnLst/>
                <a:rect l="l" t="t" r="r" b="b"/>
                <a:pathLst>
                  <a:path w="367791" h="1017709" extrusionOk="0">
                    <a:moveTo>
                      <a:pt x="371956" y="1761"/>
                    </a:moveTo>
                    <a:cubicBezTo>
                      <a:pt x="112876" y="366436"/>
                      <a:pt x="51979" y="1012599"/>
                      <a:pt x="51280" y="1019470"/>
                    </a:cubicBezTo>
                    <a:lnTo>
                      <a:pt x="4164" y="1015203"/>
                    </a:lnTo>
                    <a:cubicBezTo>
                      <a:pt x="6513" y="988685"/>
                      <a:pt x="59218" y="431701"/>
                      <a:pt x="282104" y="53457"/>
                    </a:cubicBezTo>
                    <a:cubicBezTo>
                      <a:pt x="314044" y="33568"/>
                      <a:pt x="344333" y="16366"/>
                      <a:pt x="371956" y="176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30"/>
              <p:cNvSpPr/>
              <p:nvPr/>
            </p:nvSpPr>
            <p:spPr>
              <a:xfrm>
                <a:off x="6048914" y="2937830"/>
                <a:ext cx="203623" cy="245015"/>
              </a:xfrm>
              <a:custGeom>
                <a:avLst/>
                <a:gdLst/>
                <a:ahLst/>
                <a:cxnLst/>
                <a:rect l="l" t="t" r="r" b="b"/>
                <a:pathLst>
                  <a:path w="271497" h="326687" extrusionOk="0">
                    <a:moveTo>
                      <a:pt x="275030" y="175501"/>
                    </a:moveTo>
                    <a:cubicBezTo>
                      <a:pt x="268299" y="265537"/>
                      <a:pt x="202322" y="333996"/>
                      <a:pt x="127646" y="328402"/>
                    </a:cubicBezTo>
                    <a:cubicBezTo>
                      <a:pt x="52971" y="322814"/>
                      <a:pt x="-2084" y="245287"/>
                      <a:pt x="4647" y="155250"/>
                    </a:cubicBezTo>
                    <a:cubicBezTo>
                      <a:pt x="11378" y="65213"/>
                      <a:pt x="77418" y="-3239"/>
                      <a:pt x="152031" y="2355"/>
                    </a:cubicBezTo>
                    <a:cubicBezTo>
                      <a:pt x="226707" y="7943"/>
                      <a:pt x="281761" y="85464"/>
                      <a:pt x="275030" y="175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30"/>
              <p:cNvSpPr/>
              <p:nvPr/>
            </p:nvSpPr>
            <p:spPr>
              <a:xfrm>
                <a:off x="6083913" y="2989543"/>
                <a:ext cx="113004" cy="135987"/>
              </a:xfrm>
              <a:custGeom>
                <a:avLst/>
                <a:gdLst/>
                <a:ahLst/>
                <a:cxnLst/>
                <a:rect l="l" t="t" r="r" b="b"/>
                <a:pathLst>
                  <a:path w="150672" h="181316" extrusionOk="0">
                    <a:moveTo>
                      <a:pt x="154444" y="98312"/>
                    </a:moveTo>
                    <a:cubicBezTo>
                      <a:pt x="150698" y="148280"/>
                      <a:pt x="114058" y="186272"/>
                      <a:pt x="72656" y="183173"/>
                    </a:cubicBezTo>
                    <a:cubicBezTo>
                      <a:pt x="31191" y="180068"/>
                      <a:pt x="647" y="137040"/>
                      <a:pt x="4394" y="87072"/>
                    </a:cubicBezTo>
                    <a:cubicBezTo>
                      <a:pt x="8140" y="37098"/>
                      <a:pt x="44780" y="-895"/>
                      <a:pt x="86182" y="2211"/>
                    </a:cubicBezTo>
                    <a:cubicBezTo>
                      <a:pt x="127648" y="5310"/>
                      <a:pt x="158191" y="48343"/>
                      <a:pt x="154444" y="983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30"/>
              <p:cNvSpPr/>
              <p:nvPr/>
            </p:nvSpPr>
            <p:spPr>
              <a:xfrm>
                <a:off x="6715940" y="3892446"/>
                <a:ext cx="87487" cy="121115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61487" extrusionOk="0">
                    <a:moveTo>
                      <a:pt x="121144" y="83369"/>
                    </a:moveTo>
                    <a:cubicBezTo>
                      <a:pt x="121144" y="127965"/>
                      <a:pt x="94982" y="164116"/>
                      <a:pt x="62787" y="164116"/>
                    </a:cubicBezTo>
                    <a:cubicBezTo>
                      <a:pt x="30593" y="164116"/>
                      <a:pt x="4495" y="127965"/>
                      <a:pt x="4495" y="83369"/>
                    </a:cubicBezTo>
                    <a:cubicBezTo>
                      <a:pt x="4495" y="38779"/>
                      <a:pt x="30593" y="2628"/>
                      <a:pt x="62787" y="2628"/>
                    </a:cubicBezTo>
                    <a:cubicBezTo>
                      <a:pt x="94982" y="2628"/>
                      <a:pt x="121144" y="38779"/>
                      <a:pt x="121144" y="8336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30"/>
              <p:cNvSpPr/>
              <p:nvPr/>
            </p:nvSpPr>
            <p:spPr>
              <a:xfrm>
                <a:off x="6675554" y="4679693"/>
                <a:ext cx="87488" cy="121100"/>
              </a:xfrm>
              <a:custGeom>
                <a:avLst/>
                <a:gdLst/>
                <a:ahLst/>
                <a:cxnLst/>
                <a:rect l="l" t="t" r="r" b="b"/>
                <a:pathLst>
                  <a:path w="116650" h="161467" extrusionOk="0">
                    <a:moveTo>
                      <a:pt x="121118" y="83899"/>
                    </a:moveTo>
                    <a:cubicBezTo>
                      <a:pt x="121118" y="128488"/>
                      <a:pt x="95019" y="164620"/>
                      <a:pt x="62825" y="164620"/>
                    </a:cubicBezTo>
                    <a:cubicBezTo>
                      <a:pt x="30567" y="164620"/>
                      <a:pt x="4468" y="128488"/>
                      <a:pt x="4468" y="83899"/>
                    </a:cubicBezTo>
                    <a:cubicBezTo>
                      <a:pt x="4468" y="39309"/>
                      <a:pt x="30567" y="3152"/>
                      <a:pt x="62825" y="3152"/>
                    </a:cubicBezTo>
                    <a:cubicBezTo>
                      <a:pt x="95019" y="3152"/>
                      <a:pt x="121118" y="39309"/>
                      <a:pt x="121118" y="8389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7" name="Google Shape;517;p30"/>
            <p:cNvSpPr/>
            <p:nvPr/>
          </p:nvSpPr>
          <p:spPr>
            <a:xfrm rot="10800000">
              <a:off x="5609251" y="1281827"/>
              <a:ext cx="265299" cy="265299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30"/>
            <p:cNvSpPr/>
            <p:nvPr/>
          </p:nvSpPr>
          <p:spPr>
            <a:xfrm rot="10800000">
              <a:off x="5959820" y="798570"/>
              <a:ext cx="406705" cy="40670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9" name="Google Shape;519;p30"/>
          <p:cNvSpPr/>
          <p:nvPr/>
        </p:nvSpPr>
        <p:spPr>
          <a:xfrm rot="-2700000">
            <a:off x="527325" y="4254765"/>
            <a:ext cx="2228921" cy="2228921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0" name="Google Shape;520;p30"/>
          <p:cNvGrpSpPr/>
          <p:nvPr/>
        </p:nvGrpSpPr>
        <p:grpSpPr>
          <a:xfrm>
            <a:off x="276538" y="4265936"/>
            <a:ext cx="537900" cy="519860"/>
            <a:chOff x="276538" y="4265936"/>
            <a:chExt cx="537900" cy="519860"/>
          </a:xfrm>
        </p:grpSpPr>
        <p:sp>
          <p:nvSpPr>
            <p:cNvPr id="521" name="Google Shape;521;p30"/>
            <p:cNvSpPr/>
            <p:nvPr/>
          </p:nvSpPr>
          <p:spPr>
            <a:xfrm rot="10800000">
              <a:off x="620490" y="4591849"/>
              <a:ext cx="193947" cy="193947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30"/>
            <p:cNvSpPr/>
            <p:nvPr/>
          </p:nvSpPr>
          <p:spPr>
            <a:xfrm rot="10800000">
              <a:off x="276538" y="4265936"/>
              <a:ext cx="267245" cy="26724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25" b="35020"/>
          <a:stretch/>
        </p:blipFill>
        <p:spPr>
          <a:xfrm>
            <a:off x="65700" y="42068"/>
            <a:ext cx="2192241" cy="6764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7"/>
          <p:cNvSpPr/>
          <p:nvPr/>
        </p:nvSpPr>
        <p:spPr>
          <a:xfrm rot="10800000">
            <a:off x="5490473" y="4603994"/>
            <a:ext cx="5313540" cy="5305907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7"/>
          <p:cNvSpPr txBox="1">
            <a:spLocks noGrp="1"/>
          </p:cNvSpPr>
          <p:nvPr>
            <p:ph type="subTitle" idx="1"/>
          </p:nvPr>
        </p:nvSpPr>
        <p:spPr>
          <a:xfrm>
            <a:off x="1694675" y="3315500"/>
            <a:ext cx="67293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Atendendo mais de </a:t>
            </a:r>
            <a:r>
              <a:rPr lang="en" b="1" dirty="0"/>
              <a:t>200 milhões </a:t>
            </a:r>
            <a:r>
              <a:rPr lang="en" dirty="0"/>
              <a:t>de pessoas, estabelece que a saúde é um direito de todos, e dever do Estado, sob o príncípio da universalidade, integralidade e </a:t>
            </a:r>
            <a:r>
              <a:rPr lang="en" b="1" dirty="0"/>
              <a:t>equidade</a:t>
            </a:r>
            <a:endParaRPr b="1" dirty="0"/>
          </a:p>
        </p:txBody>
      </p:sp>
      <p:sp>
        <p:nvSpPr>
          <p:cNvPr id="826" name="Google Shape;826;p37"/>
          <p:cNvSpPr txBox="1">
            <a:spLocks noGrp="1"/>
          </p:cNvSpPr>
          <p:nvPr>
            <p:ph type="subTitle" idx="2"/>
          </p:nvPr>
        </p:nvSpPr>
        <p:spPr>
          <a:xfrm>
            <a:off x="1694700" y="1875100"/>
            <a:ext cx="67293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Mesmo a recomendação da Organização Mundial da Saúde (OMS) recomendando um limite de </a:t>
            </a:r>
            <a:r>
              <a:rPr lang="en" b="1" dirty="0"/>
              <a:t>15%</a:t>
            </a:r>
            <a:r>
              <a:rPr lang="en" dirty="0"/>
              <a:t>, superamos os </a:t>
            </a:r>
            <a:r>
              <a:rPr lang="en" b="1" dirty="0"/>
              <a:t>55% </a:t>
            </a:r>
            <a:r>
              <a:rPr lang="en" dirty="0"/>
              <a:t>do total</a:t>
            </a:r>
            <a:endParaRPr dirty="0"/>
          </a:p>
        </p:txBody>
      </p:sp>
      <p:sp>
        <p:nvSpPr>
          <p:cNvPr id="827" name="Google Shape;827;p37"/>
          <p:cNvSpPr txBox="1">
            <a:spLocks noGrp="1"/>
          </p:cNvSpPr>
          <p:nvPr>
            <p:ph type="subTitle" idx="3"/>
          </p:nvPr>
        </p:nvSpPr>
        <p:spPr>
          <a:xfrm>
            <a:off x="1694675" y="1470250"/>
            <a:ext cx="6729300" cy="48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 Brasil apresenta uma das maiores taxas de partos cesáreos do mundo</a:t>
            </a:r>
            <a:endParaRPr dirty="0"/>
          </a:p>
        </p:txBody>
      </p:sp>
      <p:sp>
        <p:nvSpPr>
          <p:cNvPr id="828" name="Google Shape;828;p37"/>
          <p:cNvSpPr txBox="1">
            <a:spLocks noGrp="1"/>
          </p:cNvSpPr>
          <p:nvPr>
            <p:ph type="subTitle" idx="4"/>
          </p:nvPr>
        </p:nvSpPr>
        <p:spPr>
          <a:xfrm>
            <a:off x="1694700" y="2910500"/>
            <a:ext cx="6729300" cy="48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 SUS é considerado um dos maiores sistemas de saúde públicos do mundo</a:t>
            </a:r>
            <a:endParaRPr dirty="0"/>
          </a:p>
        </p:txBody>
      </p:sp>
      <p:grpSp>
        <p:nvGrpSpPr>
          <p:cNvPr id="829" name="Google Shape;829;p37"/>
          <p:cNvGrpSpPr/>
          <p:nvPr/>
        </p:nvGrpSpPr>
        <p:grpSpPr>
          <a:xfrm rot="-1002994">
            <a:off x="762849" y="1545541"/>
            <a:ext cx="727151" cy="808402"/>
            <a:chOff x="730597" y="1517249"/>
            <a:chExt cx="791657" cy="880117"/>
          </a:xfrm>
        </p:grpSpPr>
        <p:sp>
          <p:nvSpPr>
            <p:cNvPr id="830" name="Google Shape;830;p37"/>
            <p:cNvSpPr/>
            <p:nvPr/>
          </p:nvSpPr>
          <p:spPr>
            <a:xfrm rot="5400000">
              <a:off x="686367" y="1561479"/>
              <a:ext cx="880117" cy="791657"/>
            </a:xfrm>
            <a:custGeom>
              <a:avLst/>
              <a:gdLst/>
              <a:ahLst/>
              <a:cxnLst/>
              <a:rect l="l" t="t" r="r" b="b"/>
              <a:pathLst>
                <a:path w="1173489" h="1055543" extrusionOk="0">
                  <a:moveTo>
                    <a:pt x="1162842" y="516647"/>
                  </a:moveTo>
                  <a:lnTo>
                    <a:pt x="911258" y="1003908"/>
                  </a:lnTo>
                  <a:cubicBezTo>
                    <a:pt x="887093" y="1050714"/>
                    <a:pt x="829562" y="1069059"/>
                    <a:pt x="782756" y="1044894"/>
                  </a:cubicBezTo>
                  <a:lnTo>
                    <a:pt x="51636" y="667399"/>
                  </a:lnTo>
                  <a:cubicBezTo>
                    <a:pt x="4830" y="643234"/>
                    <a:pt x="-13515" y="585703"/>
                    <a:pt x="10650" y="538897"/>
                  </a:cubicBezTo>
                  <a:lnTo>
                    <a:pt x="262224" y="51636"/>
                  </a:lnTo>
                  <a:cubicBezTo>
                    <a:pt x="286390" y="4830"/>
                    <a:pt x="343920" y="-13515"/>
                    <a:pt x="390726" y="10650"/>
                  </a:cubicBezTo>
                  <a:lnTo>
                    <a:pt x="1121846" y="388145"/>
                  </a:lnTo>
                  <a:cubicBezTo>
                    <a:pt x="1168652" y="412310"/>
                    <a:pt x="1187007" y="469841"/>
                    <a:pt x="1162842" y="516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37"/>
            <p:cNvSpPr/>
            <p:nvPr/>
          </p:nvSpPr>
          <p:spPr>
            <a:xfrm rot="1639942">
              <a:off x="887690" y="1621272"/>
              <a:ext cx="477193" cy="673562"/>
            </a:xfrm>
            <a:custGeom>
              <a:avLst/>
              <a:gdLst/>
              <a:ahLst/>
              <a:cxnLst/>
              <a:rect l="l" t="t" r="r" b="b"/>
              <a:pathLst>
                <a:path w="635084" h="896426" extrusionOk="0">
                  <a:moveTo>
                    <a:pt x="0" y="0"/>
                  </a:moveTo>
                  <a:lnTo>
                    <a:pt x="635085" y="0"/>
                  </a:lnTo>
                  <a:lnTo>
                    <a:pt x="635085" y="896427"/>
                  </a:lnTo>
                  <a:lnTo>
                    <a:pt x="0" y="89642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37"/>
            <p:cNvSpPr/>
            <p:nvPr/>
          </p:nvSpPr>
          <p:spPr>
            <a:xfrm rot="5400000">
              <a:off x="1209942" y="1520288"/>
              <a:ext cx="171968" cy="230164"/>
            </a:xfrm>
            <a:custGeom>
              <a:avLst/>
              <a:gdLst/>
              <a:ahLst/>
              <a:cxnLst/>
              <a:rect l="l" t="t" r="r" b="b"/>
              <a:pathLst>
                <a:path w="229290" h="306885" extrusionOk="0">
                  <a:moveTo>
                    <a:pt x="225756" y="86408"/>
                  </a:moveTo>
                  <a:lnTo>
                    <a:pt x="120762" y="289747"/>
                  </a:lnTo>
                  <a:cubicBezTo>
                    <a:pt x="113932" y="302977"/>
                    <a:pt x="98797" y="309664"/>
                    <a:pt x="84414" y="305797"/>
                  </a:cubicBezTo>
                  <a:lnTo>
                    <a:pt x="23464" y="289414"/>
                  </a:lnTo>
                  <a:cubicBezTo>
                    <a:pt x="3957" y="284175"/>
                    <a:pt x="-5721" y="262258"/>
                    <a:pt x="3547" y="244313"/>
                  </a:cubicBezTo>
                  <a:lnTo>
                    <a:pt x="120838" y="17142"/>
                  </a:lnTo>
                  <a:cubicBezTo>
                    <a:pt x="130106" y="-803"/>
                    <a:pt x="153575" y="-5604"/>
                    <a:pt x="169139" y="7264"/>
                  </a:cubicBezTo>
                  <a:lnTo>
                    <a:pt x="217793" y="47469"/>
                  </a:lnTo>
                  <a:cubicBezTo>
                    <a:pt x="229280" y="56966"/>
                    <a:pt x="232595" y="73177"/>
                    <a:pt x="225756" y="86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37"/>
            <p:cNvSpPr/>
            <p:nvPr/>
          </p:nvSpPr>
          <p:spPr>
            <a:xfrm rot="5400000">
              <a:off x="1269385" y="1560705"/>
              <a:ext cx="81524" cy="81524"/>
            </a:xfrm>
            <a:custGeom>
              <a:avLst/>
              <a:gdLst/>
              <a:ahLst/>
              <a:cxnLst/>
              <a:rect l="l" t="t" r="r" b="b"/>
              <a:pathLst>
                <a:path w="108699" h="108699" extrusionOk="0">
                  <a:moveTo>
                    <a:pt x="108699" y="54350"/>
                  </a:moveTo>
                  <a:cubicBezTo>
                    <a:pt x="108699" y="84366"/>
                    <a:pt x="84366" y="108699"/>
                    <a:pt x="54350" y="108699"/>
                  </a:cubicBezTo>
                  <a:cubicBezTo>
                    <a:pt x="24333" y="108699"/>
                    <a:pt x="0" y="84366"/>
                    <a:pt x="0" y="54350"/>
                  </a:cubicBezTo>
                  <a:cubicBezTo>
                    <a:pt x="0" y="24333"/>
                    <a:pt x="24333" y="0"/>
                    <a:pt x="54350" y="0"/>
                  </a:cubicBezTo>
                  <a:cubicBezTo>
                    <a:pt x="84366" y="0"/>
                    <a:pt x="108699" y="24333"/>
                    <a:pt x="108699" y="543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37"/>
            <p:cNvSpPr/>
            <p:nvPr/>
          </p:nvSpPr>
          <p:spPr>
            <a:xfrm rot="1639942">
              <a:off x="972189" y="1878807"/>
              <a:ext cx="373670" cy="32673"/>
            </a:xfrm>
            <a:custGeom>
              <a:avLst/>
              <a:gdLst/>
              <a:ahLst/>
              <a:cxnLst/>
              <a:rect l="l" t="t" r="r" b="b"/>
              <a:pathLst>
                <a:path w="497307" h="43483" extrusionOk="0">
                  <a:moveTo>
                    <a:pt x="0" y="0"/>
                  </a:moveTo>
                  <a:lnTo>
                    <a:pt x="497308" y="0"/>
                  </a:lnTo>
                  <a:lnTo>
                    <a:pt x="497308" y="43484"/>
                  </a:lnTo>
                  <a:lnTo>
                    <a:pt x="0" y="4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37"/>
            <p:cNvSpPr/>
            <p:nvPr/>
          </p:nvSpPr>
          <p:spPr>
            <a:xfrm rot="1639942">
              <a:off x="1037556" y="1720115"/>
              <a:ext cx="109436" cy="32673"/>
            </a:xfrm>
            <a:custGeom>
              <a:avLst/>
              <a:gdLst/>
              <a:ahLst/>
              <a:cxnLst/>
              <a:rect l="l" t="t" r="r" b="b"/>
              <a:pathLst>
                <a:path w="145645" h="43483" extrusionOk="0">
                  <a:moveTo>
                    <a:pt x="0" y="0"/>
                  </a:moveTo>
                  <a:lnTo>
                    <a:pt x="145645" y="0"/>
                  </a:lnTo>
                  <a:lnTo>
                    <a:pt x="145645" y="43484"/>
                  </a:lnTo>
                  <a:lnTo>
                    <a:pt x="0" y="4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37"/>
            <p:cNvSpPr/>
            <p:nvPr/>
          </p:nvSpPr>
          <p:spPr>
            <a:xfrm rot="5400000">
              <a:off x="1293939" y="1808800"/>
              <a:ext cx="89696" cy="89696"/>
            </a:xfrm>
            <a:custGeom>
              <a:avLst/>
              <a:gdLst/>
              <a:ahLst/>
              <a:cxnLst/>
              <a:rect l="l" t="t" r="r" b="b"/>
              <a:pathLst>
                <a:path w="119595" h="119595" extrusionOk="0">
                  <a:moveTo>
                    <a:pt x="75752" y="0"/>
                  </a:moveTo>
                  <a:lnTo>
                    <a:pt x="54102" y="41948"/>
                  </a:lnTo>
                  <a:lnTo>
                    <a:pt x="12154" y="20288"/>
                  </a:lnTo>
                  <a:lnTo>
                    <a:pt x="0" y="43844"/>
                  </a:lnTo>
                  <a:lnTo>
                    <a:pt x="41938" y="65494"/>
                  </a:lnTo>
                  <a:lnTo>
                    <a:pt x="20288" y="107442"/>
                  </a:lnTo>
                  <a:lnTo>
                    <a:pt x="43834" y="119596"/>
                  </a:lnTo>
                  <a:lnTo>
                    <a:pt x="65494" y="77657"/>
                  </a:lnTo>
                  <a:lnTo>
                    <a:pt x="107432" y="99317"/>
                  </a:lnTo>
                  <a:lnTo>
                    <a:pt x="119596" y="75762"/>
                  </a:lnTo>
                  <a:lnTo>
                    <a:pt x="77648" y="54102"/>
                  </a:lnTo>
                  <a:lnTo>
                    <a:pt x="99308" y="1216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37"/>
            <p:cNvSpPr/>
            <p:nvPr/>
          </p:nvSpPr>
          <p:spPr>
            <a:xfrm rot="1639942">
              <a:off x="930436" y="1959701"/>
              <a:ext cx="373670" cy="32673"/>
            </a:xfrm>
            <a:custGeom>
              <a:avLst/>
              <a:gdLst/>
              <a:ahLst/>
              <a:cxnLst/>
              <a:rect l="l" t="t" r="r" b="b"/>
              <a:pathLst>
                <a:path w="497307" h="43483" extrusionOk="0">
                  <a:moveTo>
                    <a:pt x="0" y="0"/>
                  </a:moveTo>
                  <a:lnTo>
                    <a:pt x="497308" y="0"/>
                  </a:lnTo>
                  <a:lnTo>
                    <a:pt x="497308" y="43484"/>
                  </a:lnTo>
                  <a:lnTo>
                    <a:pt x="0" y="4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37"/>
            <p:cNvSpPr/>
            <p:nvPr/>
          </p:nvSpPr>
          <p:spPr>
            <a:xfrm rot="1639942">
              <a:off x="888678" y="2040588"/>
              <a:ext cx="373670" cy="32673"/>
            </a:xfrm>
            <a:custGeom>
              <a:avLst/>
              <a:gdLst/>
              <a:ahLst/>
              <a:cxnLst/>
              <a:rect l="l" t="t" r="r" b="b"/>
              <a:pathLst>
                <a:path w="497307" h="43483" extrusionOk="0">
                  <a:moveTo>
                    <a:pt x="0" y="0"/>
                  </a:moveTo>
                  <a:lnTo>
                    <a:pt x="497308" y="0"/>
                  </a:lnTo>
                  <a:lnTo>
                    <a:pt x="497308" y="43484"/>
                  </a:lnTo>
                  <a:lnTo>
                    <a:pt x="0" y="4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37"/>
            <p:cNvSpPr/>
            <p:nvPr/>
          </p:nvSpPr>
          <p:spPr>
            <a:xfrm rot="1639942">
              <a:off x="846912" y="2121478"/>
              <a:ext cx="373670" cy="32673"/>
            </a:xfrm>
            <a:custGeom>
              <a:avLst/>
              <a:gdLst/>
              <a:ahLst/>
              <a:cxnLst/>
              <a:rect l="l" t="t" r="r" b="b"/>
              <a:pathLst>
                <a:path w="497307" h="43483" extrusionOk="0">
                  <a:moveTo>
                    <a:pt x="0" y="0"/>
                  </a:moveTo>
                  <a:lnTo>
                    <a:pt x="497308" y="0"/>
                  </a:lnTo>
                  <a:lnTo>
                    <a:pt x="497308" y="43484"/>
                  </a:lnTo>
                  <a:lnTo>
                    <a:pt x="0" y="4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0" name="Google Shape;840;p37"/>
          <p:cNvGrpSpPr/>
          <p:nvPr/>
        </p:nvGrpSpPr>
        <p:grpSpPr>
          <a:xfrm rot="514500">
            <a:off x="838925" y="3211096"/>
            <a:ext cx="574800" cy="808828"/>
            <a:chOff x="930258" y="3083413"/>
            <a:chExt cx="509845" cy="717426"/>
          </a:xfrm>
        </p:grpSpPr>
        <p:sp>
          <p:nvSpPr>
            <p:cNvPr id="841" name="Google Shape;841;p37"/>
            <p:cNvSpPr/>
            <p:nvPr/>
          </p:nvSpPr>
          <p:spPr>
            <a:xfrm>
              <a:off x="952367" y="3205742"/>
              <a:ext cx="487736" cy="595097"/>
            </a:xfrm>
            <a:custGeom>
              <a:avLst/>
              <a:gdLst/>
              <a:ahLst/>
              <a:cxnLst/>
              <a:rect l="l" t="t" r="r" b="b"/>
              <a:pathLst>
                <a:path w="691824" h="844109" extrusionOk="0">
                  <a:moveTo>
                    <a:pt x="348353" y="5767"/>
                  </a:moveTo>
                  <a:lnTo>
                    <a:pt x="74090" y="98474"/>
                  </a:lnTo>
                  <a:cubicBezTo>
                    <a:pt x="17083" y="117742"/>
                    <a:pt x="-13501" y="179569"/>
                    <a:pt x="5768" y="236576"/>
                  </a:cubicBezTo>
                  <a:lnTo>
                    <a:pt x="77586" y="449051"/>
                  </a:lnTo>
                  <a:lnTo>
                    <a:pt x="211127" y="844109"/>
                  </a:lnTo>
                  <a:lnTo>
                    <a:pt x="691825" y="681623"/>
                  </a:lnTo>
                  <a:lnTo>
                    <a:pt x="558284" y="286564"/>
                  </a:lnTo>
                  <a:lnTo>
                    <a:pt x="486466" y="74090"/>
                  </a:lnTo>
                  <a:cubicBezTo>
                    <a:pt x="467187" y="17092"/>
                    <a:pt x="405360" y="-13502"/>
                    <a:pt x="348353" y="576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37"/>
            <p:cNvSpPr/>
            <p:nvPr/>
          </p:nvSpPr>
          <p:spPr>
            <a:xfrm>
              <a:off x="930258" y="3083413"/>
              <a:ext cx="295042" cy="200507"/>
            </a:xfrm>
            <a:custGeom>
              <a:avLst/>
              <a:gdLst/>
              <a:ahLst/>
              <a:cxnLst/>
              <a:rect l="l" t="t" r="r" b="b"/>
              <a:pathLst>
                <a:path w="418499" h="284407" extrusionOk="0">
                  <a:moveTo>
                    <a:pt x="363950" y="0"/>
                  </a:moveTo>
                  <a:lnTo>
                    <a:pt x="418500" y="161373"/>
                  </a:lnTo>
                  <a:lnTo>
                    <a:pt x="54550" y="284407"/>
                  </a:lnTo>
                  <a:lnTo>
                    <a:pt x="0" y="12302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3" name="Google Shape;843;p37"/>
            <p:cNvGrpSpPr/>
            <p:nvPr/>
          </p:nvGrpSpPr>
          <p:grpSpPr>
            <a:xfrm>
              <a:off x="1077493" y="3112023"/>
              <a:ext cx="107072" cy="107568"/>
              <a:chOff x="2483348" y="4120724"/>
              <a:chExt cx="151961" cy="152666"/>
            </a:xfrm>
          </p:grpSpPr>
          <p:sp>
            <p:nvSpPr>
              <p:cNvPr id="844" name="Google Shape;844;p37"/>
              <p:cNvSpPr/>
              <p:nvPr/>
            </p:nvSpPr>
            <p:spPr>
              <a:xfrm>
                <a:off x="2483348" y="4159024"/>
                <a:ext cx="38661" cy="114366"/>
              </a:xfrm>
              <a:custGeom>
                <a:avLst/>
                <a:gdLst/>
                <a:ahLst/>
                <a:cxnLst/>
                <a:rect l="l" t="t" r="r" b="b"/>
                <a:pathLst>
                  <a:path w="38661" h="114366" extrusionOk="0">
                    <a:moveTo>
                      <a:pt x="0" y="0"/>
                    </a:moveTo>
                    <a:lnTo>
                      <a:pt x="38662" y="11436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37"/>
              <p:cNvSpPr/>
              <p:nvPr/>
            </p:nvSpPr>
            <p:spPr>
              <a:xfrm>
                <a:off x="2521115" y="4146251"/>
                <a:ext cx="38661" cy="114366"/>
              </a:xfrm>
              <a:custGeom>
                <a:avLst/>
                <a:gdLst/>
                <a:ahLst/>
                <a:cxnLst/>
                <a:rect l="l" t="t" r="r" b="b"/>
                <a:pathLst>
                  <a:path w="38661" h="114366" extrusionOk="0">
                    <a:moveTo>
                      <a:pt x="0" y="0"/>
                    </a:moveTo>
                    <a:lnTo>
                      <a:pt x="38662" y="11436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37"/>
              <p:cNvSpPr/>
              <p:nvPr/>
            </p:nvSpPr>
            <p:spPr>
              <a:xfrm>
                <a:off x="2558881" y="4133488"/>
                <a:ext cx="38661" cy="114366"/>
              </a:xfrm>
              <a:custGeom>
                <a:avLst/>
                <a:gdLst/>
                <a:ahLst/>
                <a:cxnLst/>
                <a:rect l="l" t="t" r="r" b="b"/>
                <a:pathLst>
                  <a:path w="38661" h="114366" extrusionOk="0">
                    <a:moveTo>
                      <a:pt x="0" y="0"/>
                    </a:moveTo>
                    <a:lnTo>
                      <a:pt x="38662" y="11436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37"/>
              <p:cNvSpPr/>
              <p:nvPr/>
            </p:nvSpPr>
            <p:spPr>
              <a:xfrm>
                <a:off x="2596657" y="4120724"/>
                <a:ext cx="38652" cy="114366"/>
              </a:xfrm>
              <a:custGeom>
                <a:avLst/>
                <a:gdLst/>
                <a:ahLst/>
                <a:cxnLst/>
                <a:rect l="l" t="t" r="r" b="b"/>
                <a:pathLst>
                  <a:path w="38652" h="114366" extrusionOk="0">
                    <a:moveTo>
                      <a:pt x="0" y="0"/>
                    </a:moveTo>
                    <a:lnTo>
                      <a:pt x="38652" y="11436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8" name="Google Shape;848;p37"/>
            <p:cNvSpPr/>
            <p:nvPr/>
          </p:nvSpPr>
          <p:spPr>
            <a:xfrm>
              <a:off x="1058456" y="3361216"/>
              <a:ext cx="250514" cy="250514"/>
            </a:xfrm>
            <a:custGeom>
              <a:avLst/>
              <a:gdLst/>
              <a:ahLst/>
              <a:cxnLst/>
              <a:rect l="l" t="t" r="r" b="b"/>
              <a:pathLst>
                <a:path w="355339" h="355339" extrusionOk="0">
                  <a:moveTo>
                    <a:pt x="355340" y="177670"/>
                  </a:moveTo>
                  <a:cubicBezTo>
                    <a:pt x="355340" y="275794"/>
                    <a:pt x="275794" y="355340"/>
                    <a:pt x="177670" y="355340"/>
                  </a:cubicBezTo>
                  <a:cubicBezTo>
                    <a:pt x="79545" y="355340"/>
                    <a:pt x="0" y="275794"/>
                    <a:pt x="0" y="177670"/>
                  </a:cubicBezTo>
                  <a:cubicBezTo>
                    <a:pt x="0" y="79546"/>
                    <a:pt x="79545" y="0"/>
                    <a:pt x="177670" y="0"/>
                  </a:cubicBezTo>
                  <a:cubicBezTo>
                    <a:pt x="275794" y="0"/>
                    <a:pt x="355340" y="79545"/>
                    <a:pt x="355340" y="1776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37"/>
            <p:cNvSpPr/>
            <p:nvPr/>
          </p:nvSpPr>
          <p:spPr>
            <a:xfrm>
              <a:off x="1100480" y="3403239"/>
              <a:ext cx="166414" cy="166407"/>
            </a:xfrm>
            <a:custGeom>
              <a:avLst/>
              <a:gdLst/>
              <a:ahLst/>
              <a:cxnLst/>
              <a:rect l="l" t="t" r="r" b="b"/>
              <a:pathLst>
                <a:path w="236048" h="236038" extrusionOk="0">
                  <a:moveTo>
                    <a:pt x="212750" y="47606"/>
                  </a:moveTo>
                  <a:lnTo>
                    <a:pt x="140837" y="71914"/>
                  </a:lnTo>
                  <a:lnTo>
                    <a:pt x="116529" y="0"/>
                  </a:lnTo>
                  <a:lnTo>
                    <a:pt x="47615" y="23288"/>
                  </a:lnTo>
                  <a:lnTo>
                    <a:pt x="71923" y="95212"/>
                  </a:lnTo>
                  <a:lnTo>
                    <a:pt x="0" y="119519"/>
                  </a:lnTo>
                  <a:lnTo>
                    <a:pt x="23298" y="188433"/>
                  </a:lnTo>
                  <a:lnTo>
                    <a:pt x="95212" y="164125"/>
                  </a:lnTo>
                  <a:lnTo>
                    <a:pt x="119529" y="236039"/>
                  </a:lnTo>
                  <a:lnTo>
                    <a:pt x="188443" y="212750"/>
                  </a:lnTo>
                  <a:lnTo>
                    <a:pt x="164135" y="140827"/>
                  </a:lnTo>
                  <a:lnTo>
                    <a:pt x="236049" y="116519"/>
                  </a:lnTo>
                  <a:close/>
                </a:path>
              </a:pathLst>
            </a:custGeom>
            <a:solidFill>
              <a:srgbClr val="FCFBF7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0" name="Google Shape;850;p37"/>
          <p:cNvGrpSpPr/>
          <p:nvPr/>
        </p:nvGrpSpPr>
        <p:grpSpPr>
          <a:xfrm>
            <a:off x="8430786" y="4372763"/>
            <a:ext cx="727117" cy="770735"/>
            <a:chOff x="5137170" y="1563182"/>
            <a:chExt cx="584358" cy="619462"/>
          </a:xfrm>
        </p:grpSpPr>
        <p:sp>
          <p:nvSpPr>
            <p:cNvPr id="851" name="Google Shape;851;p37"/>
            <p:cNvSpPr/>
            <p:nvPr/>
          </p:nvSpPr>
          <p:spPr>
            <a:xfrm>
              <a:off x="5137170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811"/>
                  </a:moveTo>
                  <a:cubicBezTo>
                    <a:pt x="96911" y="73631"/>
                    <a:pt x="75956" y="94567"/>
                    <a:pt x="50175" y="94567"/>
                  </a:cubicBezTo>
                  <a:cubicBezTo>
                    <a:pt x="24330" y="94567"/>
                    <a:pt x="3439" y="73631"/>
                    <a:pt x="3439" y="47811"/>
                  </a:cubicBezTo>
                  <a:cubicBezTo>
                    <a:pt x="3439" y="21992"/>
                    <a:pt x="24330" y="1063"/>
                    <a:pt x="50175" y="1063"/>
                  </a:cubicBezTo>
                  <a:cubicBezTo>
                    <a:pt x="75956" y="1063"/>
                    <a:pt x="96911" y="21992"/>
                    <a:pt x="96911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7"/>
            <p:cNvSpPr/>
            <p:nvPr/>
          </p:nvSpPr>
          <p:spPr>
            <a:xfrm>
              <a:off x="5137170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936"/>
                  </a:moveTo>
                  <a:cubicBezTo>
                    <a:pt x="96911" y="73755"/>
                    <a:pt x="75956" y="94691"/>
                    <a:pt x="50175" y="94691"/>
                  </a:cubicBezTo>
                  <a:cubicBezTo>
                    <a:pt x="24330" y="94691"/>
                    <a:pt x="3439" y="73755"/>
                    <a:pt x="3439" y="47936"/>
                  </a:cubicBezTo>
                  <a:cubicBezTo>
                    <a:pt x="3439" y="22117"/>
                    <a:pt x="24330" y="1187"/>
                    <a:pt x="50175" y="1187"/>
                  </a:cubicBezTo>
                  <a:cubicBezTo>
                    <a:pt x="75956" y="1187"/>
                    <a:pt x="96911" y="22117"/>
                    <a:pt x="96911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7"/>
            <p:cNvSpPr/>
            <p:nvPr/>
          </p:nvSpPr>
          <p:spPr>
            <a:xfrm>
              <a:off x="5312477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811"/>
                  </a:moveTo>
                  <a:cubicBezTo>
                    <a:pt x="97028" y="73631"/>
                    <a:pt x="76137" y="94567"/>
                    <a:pt x="50292" y="94567"/>
                  </a:cubicBezTo>
                  <a:cubicBezTo>
                    <a:pt x="24447" y="94567"/>
                    <a:pt x="3556" y="73631"/>
                    <a:pt x="3556" y="47811"/>
                  </a:cubicBezTo>
                  <a:cubicBezTo>
                    <a:pt x="3556" y="21992"/>
                    <a:pt x="24447" y="1063"/>
                    <a:pt x="50292" y="1063"/>
                  </a:cubicBezTo>
                  <a:cubicBezTo>
                    <a:pt x="76137" y="1063"/>
                    <a:pt x="97028" y="21992"/>
                    <a:pt x="97028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7"/>
            <p:cNvSpPr/>
            <p:nvPr/>
          </p:nvSpPr>
          <p:spPr>
            <a:xfrm>
              <a:off x="5312477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936"/>
                  </a:moveTo>
                  <a:cubicBezTo>
                    <a:pt x="97028" y="73755"/>
                    <a:pt x="76137" y="94691"/>
                    <a:pt x="50292" y="94691"/>
                  </a:cubicBezTo>
                  <a:cubicBezTo>
                    <a:pt x="24447" y="94691"/>
                    <a:pt x="3556" y="73755"/>
                    <a:pt x="3556" y="47936"/>
                  </a:cubicBezTo>
                  <a:cubicBezTo>
                    <a:pt x="3556" y="22117"/>
                    <a:pt x="24447" y="1187"/>
                    <a:pt x="50292" y="1187"/>
                  </a:cubicBezTo>
                  <a:cubicBezTo>
                    <a:pt x="76137" y="1187"/>
                    <a:pt x="97028" y="22117"/>
                    <a:pt x="97028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37"/>
            <p:cNvSpPr/>
            <p:nvPr/>
          </p:nvSpPr>
          <p:spPr>
            <a:xfrm>
              <a:off x="5476117" y="1563182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7"/>
            <p:cNvSpPr/>
            <p:nvPr/>
          </p:nvSpPr>
          <p:spPr>
            <a:xfrm>
              <a:off x="5476117" y="1750191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37"/>
            <p:cNvSpPr/>
            <p:nvPr/>
          </p:nvSpPr>
          <p:spPr>
            <a:xfrm>
              <a:off x="5651425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37"/>
            <p:cNvSpPr/>
            <p:nvPr/>
          </p:nvSpPr>
          <p:spPr>
            <a:xfrm>
              <a:off x="5651425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37"/>
            <p:cNvSpPr/>
            <p:nvPr/>
          </p:nvSpPr>
          <p:spPr>
            <a:xfrm>
              <a:off x="5137170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059"/>
                  </a:moveTo>
                  <a:cubicBezTo>
                    <a:pt x="96911" y="73878"/>
                    <a:pt x="75956" y="94807"/>
                    <a:pt x="50175" y="94807"/>
                  </a:cubicBezTo>
                  <a:cubicBezTo>
                    <a:pt x="24330" y="94807"/>
                    <a:pt x="3439" y="73878"/>
                    <a:pt x="3439" y="48059"/>
                  </a:cubicBezTo>
                  <a:cubicBezTo>
                    <a:pt x="3439" y="22240"/>
                    <a:pt x="24330" y="1304"/>
                    <a:pt x="50175" y="1304"/>
                  </a:cubicBezTo>
                  <a:cubicBezTo>
                    <a:pt x="75956" y="1304"/>
                    <a:pt x="96911" y="22240"/>
                    <a:pt x="96911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37"/>
            <p:cNvSpPr/>
            <p:nvPr/>
          </p:nvSpPr>
          <p:spPr>
            <a:xfrm>
              <a:off x="5137170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183"/>
                  </a:moveTo>
                  <a:cubicBezTo>
                    <a:pt x="96911" y="74002"/>
                    <a:pt x="75956" y="94932"/>
                    <a:pt x="50175" y="94932"/>
                  </a:cubicBezTo>
                  <a:cubicBezTo>
                    <a:pt x="24330" y="94932"/>
                    <a:pt x="3439" y="74002"/>
                    <a:pt x="3439" y="48183"/>
                  </a:cubicBezTo>
                  <a:cubicBezTo>
                    <a:pt x="3439" y="22364"/>
                    <a:pt x="24330" y="1428"/>
                    <a:pt x="50175" y="1428"/>
                  </a:cubicBezTo>
                  <a:cubicBezTo>
                    <a:pt x="75956" y="1428"/>
                    <a:pt x="96911" y="22364"/>
                    <a:pt x="96911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37"/>
            <p:cNvSpPr/>
            <p:nvPr/>
          </p:nvSpPr>
          <p:spPr>
            <a:xfrm>
              <a:off x="5312477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059"/>
                  </a:moveTo>
                  <a:cubicBezTo>
                    <a:pt x="97028" y="73878"/>
                    <a:pt x="76137" y="94807"/>
                    <a:pt x="50292" y="94807"/>
                  </a:cubicBezTo>
                  <a:cubicBezTo>
                    <a:pt x="24447" y="94807"/>
                    <a:pt x="3556" y="73878"/>
                    <a:pt x="3556" y="48059"/>
                  </a:cubicBezTo>
                  <a:cubicBezTo>
                    <a:pt x="3556" y="22240"/>
                    <a:pt x="24447" y="1304"/>
                    <a:pt x="50292" y="1304"/>
                  </a:cubicBezTo>
                  <a:cubicBezTo>
                    <a:pt x="76137" y="1304"/>
                    <a:pt x="97028" y="22240"/>
                    <a:pt x="97028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37"/>
            <p:cNvSpPr/>
            <p:nvPr/>
          </p:nvSpPr>
          <p:spPr>
            <a:xfrm>
              <a:off x="5312477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183"/>
                  </a:moveTo>
                  <a:cubicBezTo>
                    <a:pt x="97028" y="74002"/>
                    <a:pt x="76137" y="94932"/>
                    <a:pt x="50292" y="94932"/>
                  </a:cubicBezTo>
                  <a:cubicBezTo>
                    <a:pt x="24447" y="94932"/>
                    <a:pt x="3556" y="74002"/>
                    <a:pt x="3556" y="48183"/>
                  </a:cubicBezTo>
                  <a:cubicBezTo>
                    <a:pt x="3556" y="22364"/>
                    <a:pt x="24447" y="1428"/>
                    <a:pt x="50292" y="1428"/>
                  </a:cubicBezTo>
                  <a:cubicBezTo>
                    <a:pt x="76137" y="1428"/>
                    <a:pt x="97028" y="22364"/>
                    <a:pt x="97028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7"/>
            <p:cNvSpPr/>
            <p:nvPr/>
          </p:nvSpPr>
          <p:spPr>
            <a:xfrm>
              <a:off x="5476117" y="1925509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37"/>
            <p:cNvSpPr/>
            <p:nvPr/>
          </p:nvSpPr>
          <p:spPr>
            <a:xfrm>
              <a:off x="5476117" y="2112518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7"/>
            <p:cNvSpPr/>
            <p:nvPr/>
          </p:nvSpPr>
          <p:spPr>
            <a:xfrm>
              <a:off x="5651425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7"/>
            <p:cNvSpPr/>
            <p:nvPr/>
          </p:nvSpPr>
          <p:spPr>
            <a:xfrm>
              <a:off x="5651425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Desequilíbrio das vias de parto</a:t>
            </a:r>
            <a:endParaRPr dirty="0"/>
          </a:p>
        </p:txBody>
      </p:sp>
      <p:sp>
        <p:nvSpPr>
          <p:cNvPr id="872" name="Google Shape;872;p38"/>
          <p:cNvSpPr txBox="1">
            <a:spLocks noGrp="1"/>
          </p:cNvSpPr>
          <p:nvPr>
            <p:ph type="subTitle" idx="1"/>
          </p:nvPr>
        </p:nvSpPr>
        <p:spPr>
          <a:xfrm>
            <a:off x="2058943" y="2858625"/>
            <a:ext cx="24438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Aumento de risco de infecções hospitalares</a:t>
            </a: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Prematuridade</a:t>
            </a: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Recuperação mais lenta</a:t>
            </a:r>
            <a:endParaRPr sz="1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873" name="Google Shape;873;p38"/>
          <p:cNvSpPr txBox="1">
            <a:spLocks noGrp="1"/>
          </p:cNvSpPr>
          <p:nvPr>
            <p:ph type="subTitle" idx="2"/>
          </p:nvPr>
        </p:nvSpPr>
        <p:spPr>
          <a:xfrm>
            <a:off x="4726993" y="2858625"/>
            <a:ext cx="23679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- Custos elevados para o SUS em procedimentos cirúrgicos</a:t>
            </a:r>
            <a:endParaRPr sz="1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875" name="Google Shape;875;p38"/>
          <p:cNvSpPr txBox="1">
            <a:spLocks noGrp="1"/>
          </p:cNvSpPr>
          <p:nvPr>
            <p:ph type="subTitle" idx="4"/>
          </p:nvPr>
        </p:nvSpPr>
        <p:spPr>
          <a:xfrm>
            <a:off x="2128200" y="2393325"/>
            <a:ext cx="2443800" cy="4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Saúde</a:t>
            </a:r>
            <a:endParaRPr sz="2000" dirty="0"/>
          </a:p>
        </p:txBody>
      </p:sp>
      <p:sp>
        <p:nvSpPr>
          <p:cNvPr id="876" name="Google Shape;876;p38"/>
          <p:cNvSpPr txBox="1">
            <a:spLocks noGrp="1"/>
          </p:cNvSpPr>
          <p:nvPr>
            <p:ph type="subTitle" idx="5"/>
          </p:nvPr>
        </p:nvSpPr>
        <p:spPr>
          <a:xfrm>
            <a:off x="4726993" y="2422591"/>
            <a:ext cx="2367900" cy="4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Gestão Pública</a:t>
            </a:r>
            <a:endParaRPr sz="2000" dirty="0"/>
          </a:p>
        </p:txBody>
      </p:sp>
      <p:sp>
        <p:nvSpPr>
          <p:cNvPr id="8" name="Google Shape;871;p38">
            <a:extLst>
              <a:ext uri="{FF2B5EF4-FFF2-40B4-BE49-F238E27FC236}">
                <a16:creationId xmlns:a16="http://schemas.microsoft.com/office/drawing/2014/main" id="{8C57DB66-A012-4E29-8BA2-6113C16B022B}"/>
              </a:ext>
            </a:extLst>
          </p:cNvPr>
          <p:cNvSpPr txBox="1">
            <a:spLocks/>
          </p:cNvSpPr>
          <p:nvPr/>
        </p:nvSpPr>
        <p:spPr>
          <a:xfrm>
            <a:off x="720000" y="160866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algn="ctr"/>
            <a:r>
              <a:rPr lang="pt-BR" sz="2400" dirty="0">
                <a:solidFill>
                  <a:schemeClr val="accent3">
                    <a:lumMod val="75000"/>
                  </a:schemeClr>
                </a:solidFill>
              </a:rPr>
              <a:t>Cesárea como método mais comum =</a:t>
            </a:r>
          </a:p>
          <a:p>
            <a:endParaRPr lang="pt-BR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3"/>
          <p:cNvSpPr txBox="1">
            <a:spLocks noGrp="1"/>
          </p:cNvSpPr>
          <p:nvPr>
            <p:ph type="title"/>
          </p:nvPr>
        </p:nvSpPr>
        <p:spPr>
          <a:xfrm>
            <a:off x="1834829" y="1129077"/>
            <a:ext cx="5484900" cy="10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Objetivo</a:t>
            </a:r>
            <a:endParaRPr sz="6000" dirty="0"/>
          </a:p>
        </p:txBody>
      </p:sp>
      <p:sp>
        <p:nvSpPr>
          <p:cNvPr id="554" name="Google Shape;554;p33"/>
          <p:cNvSpPr txBox="1">
            <a:spLocks noGrp="1"/>
          </p:cNvSpPr>
          <p:nvPr>
            <p:ph type="subTitle" idx="1"/>
          </p:nvPr>
        </p:nvSpPr>
        <p:spPr>
          <a:xfrm>
            <a:off x="954599" y="2149062"/>
            <a:ext cx="7231458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Desenvolver um modelo analítico e preditivo sobre a incidência de partos cesáreos no Brasil, utilizando a base de dados do SINASC para identificar os principais fatores indutores dessa via de parto. </a:t>
            </a:r>
          </a:p>
          <a:p>
            <a:pPr marL="0" lvl="0" indent="0"/>
            <a:endParaRPr lang="pt-BR" sz="2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/>
            <a:r>
              <a:rPr lang="pt-BR" sz="2000" dirty="0"/>
              <a:t>Identificar os principais fatores que induzem a cesárea no Brasil</a:t>
            </a:r>
            <a:endParaRPr sz="2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grpSp>
        <p:nvGrpSpPr>
          <p:cNvPr id="555" name="Google Shape;555;p33"/>
          <p:cNvGrpSpPr/>
          <p:nvPr/>
        </p:nvGrpSpPr>
        <p:grpSpPr>
          <a:xfrm>
            <a:off x="857072" y="702144"/>
            <a:ext cx="812959" cy="861672"/>
            <a:chOff x="5137170" y="1563182"/>
            <a:chExt cx="584358" cy="619462"/>
          </a:xfrm>
        </p:grpSpPr>
        <p:sp>
          <p:nvSpPr>
            <p:cNvPr id="556" name="Google Shape;556;p33"/>
            <p:cNvSpPr/>
            <p:nvPr/>
          </p:nvSpPr>
          <p:spPr>
            <a:xfrm>
              <a:off x="5137170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811"/>
                  </a:moveTo>
                  <a:cubicBezTo>
                    <a:pt x="96911" y="73631"/>
                    <a:pt x="75956" y="94567"/>
                    <a:pt x="50175" y="94567"/>
                  </a:cubicBezTo>
                  <a:cubicBezTo>
                    <a:pt x="24330" y="94567"/>
                    <a:pt x="3439" y="73631"/>
                    <a:pt x="3439" y="47811"/>
                  </a:cubicBezTo>
                  <a:cubicBezTo>
                    <a:pt x="3439" y="21992"/>
                    <a:pt x="24330" y="1063"/>
                    <a:pt x="50175" y="1063"/>
                  </a:cubicBezTo>
                  <a:cubicBezTo>
                    <a:pt x="75956" y="1063"/>
                    <a:pt x="96911" y="21992"/>
                    <a:pt x="96911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33"/>
            <p:cNvSpPr/>
            <p:nvPr/>
          </p:nvSpPr>
          <p:spPr>
            <a:xfrm>
              <a:off x="5137170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936"/>
                  </a:moveTo>
                  <a:cubicBezTo>
                    <a:pt x="96911" y="73755"/>
                    <a:pt x="75956" y="94691"/>
                    <a:pt x="50175" y="94691"/>
                  </a:cubicBezTo>
                  <a:cubicBezTo>
                    <a:pt x="24330" y="94691"/>
                    <a:pt x="3439" y="73755"/>
                    <a:pt x="3439" y="47936"/>
                  </a:cubicBezTo>
                  <a:cubicBezTo>
                    <a:pt x="3439" y="22117"/>
                    <a:pt x="24330" y="1187"/>
                    <a:pt x="50175" y="1187"/>
                  </a:cubicBezTo>
                  <a:cubicBezTo>
                    <a:pt x="75956" y="1187"/>
                    <a:pt x="96911" y="22117"/>
                    <a:pt x="96911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33"/>
            <p:cNvSpPr/>
            <p:nvPr/>
          </p:nvSpPr>
          <p:spPr>
            <a:xfrm>
              <a:off x="5312477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811"/>
                  </a:moveTo>
                  <a:cubicBezTo>
                    <a:pt x="97028" y="73631"/>
                    <a:pt x="76137" y="94567"/>
                    <a:pt x="50292" y="94567"/>
                  </a:cubicBezTo>
                  <a:cubicBezTo>
                    <a:pt x="24447" y="94567"/>
                    <a:pt x="3556" y="73631"/>
                    <a:pt x="3556" y="47811"/>
                  </a:cubicBezTo>
                  <a:cubicBezTo>
                    <a:pt x="3556" y="21992"/>
                    <a:pt x="24447" y="1063"/>
                    <a:pt x="50292" y="1063"/>
                  </a:cubicBezTo>
                  <a:cubicBezTo>
                    <a:pt x="76137" y="1063"/>
                    <a:pt x="97028" y="21992"/>
                    <a:pt x="97028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5312477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936"/>
                  </a:moveTo>
                  <a:cubicBezTo>
                    <a:pt x="97028" y="73755"/>
                    <a:pt x="76137" y="94691"/>
                    <a:pt x="50292" y="94691"/>
                  </a:cubicBezTo>
                  <a:cubicBezTo>
                    <a:pt x="24447" y="94691"/>
                    <a:pt x="3556" y="73755"/>
                    <a:pt x="3556" y="47936"/>
                  </a:cubicBezTo>
                  <a:cubicBezTo>
                    <a:pt x="3556" y="22117"/>
                    <a:pt x="24447" y="1187"/>
                    <a:pt x="50292" y="1187"/>
                  </a:cubicBezTo>
                  <a:cubicBezTo>
                    <a:pt x="76137" y="1187"/>
                    <a:pt x="97028" y="22117"/>
                    <a:pt x="97028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5476117" y="1563182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5476117" y="1750191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5651425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5651425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5137170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059"/>
                  </a:moveTo>
                  <a:cubicBezTo>
                    <a:pt x="96911" y="73878"/>
                    <a:pt x="75956" y="94807"/>
                    <a:pt x="50175" y="94807"/>
                  </a:cubicBezTo>
                  <a:cubicBezTo>
                    <a:pt x="24330" y="94807"/>
                    <a:pt x="3439" y="73878"/>
                    <a:pt x="3439" y="48059"/>
                  </a:cubicBezTo>
                  <a:cubicBezTo>
                    <a:pt x="3439" y="22240"/>
                    <a:pt x="24330" y="1304"/>
                    <a:pt x="50175" y="1304"/>
                  </a:cubicBezTo>
                  <a:cubicBezTo>
                    <a:pt x="75956" y="1304"/>
                    <a:pt x="96911" y="22240"/>
                    <a:pt x="96911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5137170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183"/>
                  </a:moveTo>
                  <a:cubicBezTo>
                    <a:pt x="96911" y="74002"/>
                    <a:pt x="75956" y="94932"/>
                    <a:pt x="50175" y="94932"/>
                  </a:cubicBezTo>
                  <a:cubicBezTo>
                    <a:pt x="24330" y="94932"/>
                    <a:pt x="3439" y="74002"/>
                    <a:pt x="3439" y="48183"/>
                  </a:cubicBezTo>
                  <a:cubicBezTo>
                    <a:pt x="3439" y="22364"/>
                    <a:pt x="24330" y="1428"/>
                    <a:pt x="50175" y="1428"/>
                  </a:cubicBezTo>
                  <a:cubicBezTo>
                    <a:pt x="75956" y="1428"/>
                    <a:pt x="96911" y="22364"/>
                    <a:pt x="96911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5312477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059"/>
                  </a:moveTo>
                  <a:cubicBezTo>
                    <a:pt x="97028" y="73878"/>
                    <a:pt x="76137" y="94807"/>
                    <a:pt x="50292" y="94807"/>
                  </a:cubicBezTo>
                  <a:cubicBezTo>
                    <a:pt x="24447" y="94807"/>
                    <a:pt x="3556" y="73878"/>
                    <a:pt x="3556" y="48059"/>
                  </a:cubicBezTo>
                  <a:cubicBezTo>
                    <a:pt x="3556" y="22240"/>
                    <a:pt x="24447" y="1304"/>
                    <a:pt x="50292" y="1304"/>
                  </a:cubicBezTo>
                  <a:cubicBezTo>
                    <a:pt x="76137" y="1304"/>
                    <a:pt x="97028" y="22240"/>
                    <a:pt x="97028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5312477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183"/>
                  </a:moveTo>
                  <a:cubicBezTo>
                    <a:pt x="97028" y="74002"/>
                    <a:pt x="76137" y="94932"/>
                    <a:pt x="50292" y="94932"/>
                  </a:cubicBezTo>
                  <a:cubicBezTo>
                    <a:pt x="24447" y="94932"/>
                    <a:pt x="3556" y="74002"/>
                    <a:pt x="3556" y="48183"/>
                  </a:cubicBezTo>
                  <a:cubicBezTo>
                    <a:pt x="3556" y="22364"/>
                    <a:pt x="24447" y="1428"/>
                    <a:pt x="50292" y="1428"/>
                  </a:cubicBezTo>
                  <a:cubicBezTo>
                    <a:pt x="76137" y="1428"/>
                    <a:pt x="97028" y="22364"/>
                    <a:pt x="97028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5476117" y="1925509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5476117" y="2112518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5651425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5651425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2" name="Google Shape;572;p33"/>
          <p:cNvGrpSpPr/>
          <p:nvPr/>
        </p:nvGrpSpPr>
        <p:grpSpPr>
          <a:xfrm>
            <a:off x="3895879" y="160476"/>
            <a:ext cx="1352442" cy="850571"/>
            <a:chOff x="2881566" y="539500"/>
            <a:chExt cx="2661277" cy="1654059"/>
          </a:xfrm>
        </p:grpSpPr>
        <p:sp>
          <p:nvSpPr>
            <p:cNvPr id="573" name="Google Shape;573;p33"/>
            <p:cNvSpPr/>
            <p:nvPr/>
          </p:nvSpPr>
          <p:spPr>
            <a:xfrm>
              <a:off x="3863788" y="1263251"/>
              <a:ext cx="1271685" cy="844323"/>
            </a:xfrm>
            <a:custGeom>
              <a:avLst/>
              <a:gdLst/>
              <a:ahLst/>
              <a:cxnLst/>
              <a:rect l="l" t="t" r="r" b="b"/>
              <a:pathLst>
                <a:path w="757811" h="503169" extrusionOk="0">
                  <a:moveTo>
                    <a:pt x="685387" y="264296"/>
                  </a:moveTo>
                  <a:lnTo>
                    <a:pt x="188248" y="491886"/>
                  </a:lnTo>
                  <a:cubicBezTo>
                    <a:pt x="125974" y="520395"/>
                    <a:pt x="52374" y="493020"/>
                    <a:pt x="23866" y="430745"/>
                  </a:cubicBezTo>
                  <a:lnTo>
                    <a:pt x="11283" y="403256"/>
                  </a:lnTo>
                  <a:cubicBezTo>
                    <a:pt x="-17225" y="340982"/>
                    <a:pt x="10150" y="267382"/>
                    <a:pt x="72424" y="238874"/>
                  </a:cubicBezTo>
                  <a:lnTo>
                    <a:pt x="569563" y="11283"/>
                  </a:lnTo>
                  <a:cubicBezTo>
                    <a:pt x="631837" y="-17225"/>
                    <a:pt x="705437" y="10150"/>
                    <a:pt x="733945" y="72424"/>
                  </a:cubicBezTo>
                  <a:lnTo>
                    <a:pt x="746528" y="99914"/>
                  </a:lnTo>
                  <a:cubicBezTo>
                    <a:pt x="775036" y="162188"/>
                    <a:pt x="747661" y="235788"/>
                    <a:pt x="685387" y="264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4" name="Google Shape;574;p33"/>
            <p:cNvGrpSpPr/>
            <p:nvPr/>
          </p:nvGrpSpPr>
          <p:grpSpPr>
            <a:xfrm>
              <a:off x="3935997" y="1767989"/>
              <a:ext cx="149162" cy="282612"/>
              <a:chOff x="3613289" y="5525404"/>
              <a:chExt cx="88887" cy="168421"/>
            </a:xfrm>
          </p:grpSpPr>
          <p:sp>
            <p:nvSpPr>
              <p:cNvPr id="575" name="Google Shape;575;p33"/>
              <p:cNvSpPr/>
              <p:nvPr/>
            </p:nvSpPr>
            <p:spPr>
              <a:xfrm>
                <a:off x="3613289" y="5525404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33"/>
              <p:cNvSpPr/>
              <p:nvPr/>
            </p:nvSpPr>
            <p:spPr>
              <a:xfrm>
                <a:off x="3646865" y="5598747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33"/>
              <p:cNvSpPr/>
              <p:nvPr/>
            </p:nvSpPr>
            <p:spPr>
              <a:xfrm>
                <a:off x="3680440" y="5672089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8" name="Google Shape;578;p33"/>
            <p:cNvGrpSpPr/>
            <p:nvPr/>
          </p:nvGrpSpPr>
          <p:grpSpPr>
            <a:xfrm>
              <a:off x="4262037" y="1618740"/>
              <a:ext cx="149162" cy="282612"/>
              <a:chOff x="3807580" y="5436460"/>
              <a:chExt cx="88887" cy="168421"/>
            </a:xfrm>
          </p:grpSpPr>
          <p:sp>
            <p:nvSpPr>
              <p:cNvPr id="579" name="Google Shape;579;p33"/>
              <p:cNvSpPr/>
              <p:nvPr/>
            </p:nvSpPr>
            <p:spPr>
              <a:xfrm>
                <a:off x="3807580" y="543646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33"/>
              <p:cNvSpPr/>
              <p:nvPr/>
            </p:nvSpPr>
            <p:spPr>
              <a:xfrm>
                <a:off x="3841156" y="5509802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33"/>
              <p:cNvSpPr/>
              <p:nvPr/>
            </p:nvSpPr>
            <p:spPr>
              <a:xfrm>
                <a:off x="3874731" y="5583145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33"/>
            <p:cNvGrpSpPr/>
            <p:nvPr/>
          </p:nvGrpSpPr>
          <p:grpSpPr>
            <a:xfrm>
              <a:off x="4425041" y="1544115"/>
              <a:ext cx="149162" cy="282612"/>
              <a:chOff x="3904716" y="5391988"/>
              <a:chExt cx="88887" cy="168421"/>
            </a:xfrm>
          </p:grpSpPr>
          <p:sp>
            <p:nvSpPr>
              <p:cNvPr id="583" name="Google Shape;583;p33"/>
              <p:cNvSpPr/>
              <p:nvPr/>
            </p:nvSpPr>
            <p:spPr>
              <a:xfrm>
                <a:off x="3904716" y="539198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33"/>
              <p:cNvSpPr/>
              <p:nvPr/>
            </p:nvSpPr>
            <p:spPr>
              <a:xfrm>
                <a:off x="3938292" y="546533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33"/>
              <p:cNvSpPr/>
              <p:nvPr/>
            </p:nvSpPr>
            <p:spPr>
              <a:xfrm>
                <a:off x="3971867" y="5538673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6" name="Google Shape;586;p33"/>
            <p:cNvGrpSpPr/>
            <p:nvPr/>
          </p:nvGrpSpPr>
          <p:grpSpPr>
            <a:xfrm>
              <a:off x="4588062" y="1469489"/>
              <a:ext cx="149162" cy="282612"/>
              <a:chOff x="4001862" y="5347515"/>
              <a:chExt cx="88887" cy="168421"/>
            </a:xfrm>
          </p:grpSpPr>
          <p:sp>
            <p:nvSpPr>
              <p:cNvPr id="587" name="Google Shape;587;p33"/>
              <p:cNvSpPr/>
              <p:nvPr/>
            </p:nvSpPr>
            <p:spPr>
              <a:xfrm>
                <a:off x="4001862" y="5347515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33"/>
              <p:cNvSpPr/>
              <p:nvPr/>
            </p:nvSpPr>
            <p:spPr>
              <a:xfrm>
                <a:off x="4035437" y="542085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4069013" y="549420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0" name="Google Shape;590;p33"/>
            <p:cNvGrpSpPr/>
            <p:nvPr/>
          </p:nvGrpSpPr>
          <p:grpSpPr>
            <a:xfrm>
              <a:off x="4751066" y="1394864"/>
              <a:ext cx="149162" cy="282612"/>
              <a:chOff x="4098998" y="5303043"/>
              <a:chExt cx="88887" cy="168421"/>
            </a:xfrm>
          </p:grpSpPr>
          <p:sp>
            <p:nvSpPr>
              <p:cNvPr id="591" name="Google Shape;591;p33"/>
              <p:cNvSpPr/>
              <p:nvPr/>
            </p:nvSpPr>
            <p:spPr>
              <a:xfrm>
                <a:off x="4098998" y="5303043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33"/>
              <p:cNvSpPr/>
              <p:nvPr/>
            </p:nvSpPr>
            <p:spPr>
              <a:xfrm>
                <a:off x="4132573" y="5376386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33"/>
              <p:cNvSpPr/>
              <p:nvPr/>
            </p:nvSpPr>
            <p:spPr>
              <a:xfrm>
                <a:off x="4166149" y="544972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33"/>
            <p:cNvGrpSpPr/>
            <p:nvPr/>
          </p:nvGrpSpPr>
          <p:grpSpPr>
            <a:xfrm>
              <a:off x="4914086" y="1320240"/>
              <a:ext cx="149162" cy="282612"/>
              <a:chOff x="4196143" y="5258571"/>
              <a:chExt cx="88887" cy="168421"/>
            </a:xfrm>
          </p:grpSpPr>
          <p:sp>
            <p:nvSpPr>
              <p:cNvPr id="595" name="Google Shape;595;p33"/>
              <p:cNvSpPr/>
              <p:nvPr/>
            </p:nvSpPr>
            <p:spPr>
              <a:xfrm>
                <a:off x="4196143" y="5258571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33"/>
              <p:cNvSpPr/>
              <p:nvPr/>
            </p:nvSpPr>
            <p:spPr>
              <a:xfrm>
                <a:off x="4229719" y="5331914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33"/>
              <p:cNvSpPr/>
              <p:nvPr/>
            </p:nvSpPr>
            <p:spPr>
              <a:xfrm>
                <a:off x="4263294" y="5405256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8" name="Google Shape;598;p33"/>
            <p:cNvSpPr/>
            <p:nvPr/>
          </p:nvSpPr>
          <p:spPr>
            <a:xfrm>
              <a:off x="3572298" y="786705"/>
              <a:ext cx="985597" cy="1191077"/>
            </a:xfrm>
            <a:custGeom>
              <a:avLst/>
              <a:gdLst/>
              <a:ahLst/>
              <a:cxnLst/>
              <a:rect l="l" t="t" r="r" b="b"/>
              <a:pathLst>
                <a:path w="587328" h="709815" extrusionOk="0">
                  <a:moveTo>
                    <a:pt x="526952" y="87576"/>
                  </a:moveTo>
                  <a:lnTo>
                    <a:pt x="298771" y="5423"/>
                  </a:lnTo>
                  <a:cubicBezTo>
                    <a:pt x="251346" y="-11655"/>
                    <a:pt x="199053" y="12947"/>
                    <a:pt x="181985" y="60372"/>
                  </a:cubicBezTo>
                  <a:lnTo>
                    <a:pt x="118339" y="237147"/>
                  </a:lnTo>
                  <a:lnTo>
                    <a:pt x="0" y="565826"/>
                  </a:lnTo>
                  <a:lnTo>
                    <a:pt x="399926" y="709816"/>
                  </a:lnTo>
                  <a:lnTo>
                    <a:pt x="518265" y="381136"/>
                  </a:lnTo>
                  <a:lnTo>
                    <a:pt x="581911" y="204362"/>
                  </a:lnTo>
                  <a:cubicBezTo>
                    <a:pt x="598980" y="156937"/>
                    <a:pt x="574377" y="104654"/>
                    <a:pt x="526952" y="875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4006870" y="539500"/>
              <a:ext cx="589247" cy="408238"/>
            </a:xfrm>
            <a:custGeom>
              <a:avLst/>
              <a:gdLst/>
              <a:ahLst/>
              <a:cxnLst/>
              <a:rect l="l" t="t" r="r" b="b"/>
              <a:pathLst>
                <a:path w="351139" h="243287" extrusionOk="0">
                  <a:moveTo>
                    <a:pt x="351139" y="109023"/>
                  </a:moveTo>
                  <a:lnTo>
                    <a:pt x="302800" y="243287"/>
                  </a:lnTo>
                  <a:lnTo>
                    <a:pt x="0" y="134264"/>
                  </a:lnTo>
                  <a:lnTo>
                    <a:pt x="4833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0" name="Google Shape;600;p33"/>
            <p:cNvGrpSpPr/>
            <p:nvPr/>
          </p:nvGrpSpPr>
          <p:grpSpPr>
            <a:xfrm>
              <a:off x="4088196" y="597343"/>
              <a:ext cx="426594" cy="292553"/>
              <a:chOff x="3703986" y="4827765"/>
              <a:chExt cx="254212" cy="174345"/>
            </a:xfrm>
          </p:grpSpPr>
          <p:sp>
            <p:nvSpPr>
              <p:cNvPr id="601" name="Google Shape;601;p33"/>
              <p:cNvSpPr/>
              <p:nvPr/>
            </p:nvSpPr>
            <p:spPr>
              <a:xfrm>
                <a:off x="3703986" y="4827765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33"/>
              <p:cNvSpPr/>
              <p:nvPr/>
            </p:nvSpPr>
            <p:spPr>
              <a:xfrm>
                <a:off x="3735409" y="4839081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33"/>
              <p:cNvSpPr/>
              <p:nvPr/>
            </p:nvSpPr>
            <p:spPr>
              <a:xfrm>
                <a:off x="3766832" y="4850396"/>
                <a:ext cx="34251" cy="95145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45" extrusionOk="0">
                    <a:moveTo>
                      <a:pt x="34252" y="0"/>
                    </a:moveTo>
                    <a:lnTo>
                      <a:pt x="0" y="9514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33"/>
              <p:cNvSpPr/>
              <p:nvPr/>
            </p:nvSpPr>
            <p:spPr>
              <a:xfrm>
                <a:off x="3798255" y="4861702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33"/>
              <p:cNvSpPr/>
              <p:nvPr/>
            </p:nvSpPr>
            <p:spPr>
              <a:xfrm>
                <a:off x="3829678" y="4873018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33"/>
              <p:cNvSpPr/>
              <p:nvPr/>
            </p:nvSpPr>
            <p:spPr>
              <a:xfrm>
                <a:off x="3861101" y="4884334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33"/>
              <p:cNvSpPr/>
              <p:nvPr/>
            </p:nvSpPr>
            <p:spPr>
              <a:xfrm>
                <a:off x="3892524" y="4895649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33"/>
              <p:cNvSpPr/>
              <p:nvPr/>
            </p:nvSpPr>
            <p:spPr>
              <a:xfrm>
                <a:off x="3923947" y="4906965"/>
                <a:ext cx="34251" cy="95145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45" extrusionOk="0">
                    <a:moveTo>
                      <a:pt x="34252" y="0"/>
                    </a:moveTo>
                    <a:lnTo>
                      <a:pt x="0" y="9514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9" name="Google Shape;609;p33"/>
            <p:cNvSpPr/>
            <p:nvPr/>
          </p:nvSpPr>
          <p:spPr>
            <a:xfrm>
              <a:off x="3841325" y="1098315"/>
              <a:ext cx="499529" cy="499502"/>
            </a:xfrm>
            <a:custGeom>
              <a:avLst/>
              <a:gdLst/>
              <a:ahLst/>
              <a:cxnLst/>
              <a:rect l="l" t="t" r="r" b="b"/>
              <a:pathLst>
                <a:path w="297675" h="297675" extrusionOk="0">
                  <a:moveTo>
                    <a:pt x="297675" y="148838"/>
                  </a:moveTo>
                  <a:cubicBezTo>
                    <a:pt x="297675" y="231038"/>
                    <a:pt x="231038" y="297675"/>
                    <a:pt x="148838" y="297675"/>
                  </a:cubicBezTo>
                  <a:cubicBezTo>
                    <a:pt x="66637" y="297675"/>
                    <a:pt x="0" y="231038"/>
                    <a:pt x="0" y="148838"/>
                  </a:cubicBezTo>
                  <a:cubicBezTo>
                    <a:pt x="0" y="66637"/>
                    <a:pt x="66637" y="0"/>
                    <a:pt x="148838" y="0"/>
                  </a:cubicBezTo>
                  <a:cubicBezTo>
                    <a:pt x="231038" y="0"/>
                    <a:pt x="297675" y="66637"/>
                    <a:pt x="297675" y="1488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3925240" y="1182242"/>
              <a:ext cx="331682" cy="331647"/>
            </a:xfrm>
            <a:custGeom>
              <a:avLst/>
              <a:gdLst/>
              <a:ahLst/>
              <a:cxnLst/>
              <a:rect l="l" t="t" r="r" b="b"/>
              <a:pathLst>
                <a:path w="197653" h="197643" extrusionOk="0">
                  <a:moveTo>
                    <a:pt x="197653" y="102013"/>
                  </a:moveTo>
                  <a:lnTo>
                    <a:pt x="137817" y="80477"/>
                  </a:lnTo>
                  <a:lnTo>
                    <a:pt x="159363" y="20641"/>
                  </a:lnTo>
                  <a:lnTo>
                    <a:pt x="102022" y="0"/>
                  </a:lnTo>
                  <a:lnTo>
                    <a:pt x="80477" y="59827"/>
                  </a:lnTo>
                  <a:lnTo>
                    <a:pt x="20650" y="38291"/>
                  </a:lnTo>
                  <a:lnTo>
                    <a:pt x="0" y="95621"/>
                  </a:lnTo>
                  <a:lnTo>
                    <a:pt x="59836" y="117167"/>
                  </a:lnTo>
                  <a:lnTo>
                    <a:pt x="38290" y="177003"/>
                  </a:lnTo>
                  <a:lnTo>
                    <a:pt x="95631" y="197644"/>
                  </a:lnTo>
                  <a:lnTo>
                    <a:pt x="117176" y="137808"/>
                  </a:lnTo>
                  <a:lnTo>
                    <a:pt x="177003" y="15935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33"/>
            <p:cNvSpPr/>
            <p:nvPr/>
          </p:nvSpPr>
          <p:spPr>
            <a:xfrm rot="-543206">
              <a:off x="4822922" y="911966"/>
              <a:ext cx="335176" cy="186815"/>
            </a:xfrm>
            <a:custGeom>
              <a:avLst/>
              <a:gdLst/>
              <a:ahLst/>
              <a:cxnLst/>
              <a:rect l="l" t="t" r="r" b="b"/>
              <a:pathLst>
                <a:path w="363737" h="202734" extrusionOk="0">
                  <a:moveTo>
                    <a:pt x="201587" y="201587"/>
                  </a:moveTo>
                  <a:cubicBezTo>
                    <a:pt x="301714" y="190376"/>
                    <a:pt x="373799" y="100127"/>
                    <a:pt x="362588" y="0"/>
                  </a:cubicBezTo>
                  <a:lnTo>
                    <a:pt x="0" y="40595"/>
                  </a:lnTo>
                  <a:cubicBezTo>
                    <a:pt x="11201" y="140713"/>
                    <a:pt x="101460" y="212788"/>
                    <a:pt x="201587" y="2015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33"/>
            <p:cNvSpPr/>
            <p:nvPr/>
          </p:nvSpPr>
          <p:spPr>
            <a:xfrm rot="-543206">
              <a:off x="4798380" y="765112"/>
              <a:ext cx="335174" cy="186825"/>
            </a:xfrm>
            <a:custGeom>
              <a:avLst/>
              <a:gdLst/>
              <a:ahLst/>
              <a:cxnLst/>
              <a:rect l="l" t="t" r="r" b="b"/>
              <a:pathLst>
                <a:path w="363735" h="202745" extrusionOk="0">
                  <a:moveTo>
                    <a:pt x="1147" y="202746"/>
                  </a:moveTo>
                  <a:lnTo>
                    <a:pt x="363736" y="162150"/>
                  </a:lnTo>
                  <a:cubicBezTo>
                    <a:pt x="352525" y="62024"/>
                    <a:pt x="262275" y="-10062"/>
                    <a:pt x="162148" y="1149"/>
                  </a:cubicBezTo>
                  <a:cubicBezTo>
                    <a:pt x="62022" y="12360"/>
                    <a:pt x="-10054" y="102619"/>
                    <a:pt x="1147" y="202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3"/>
            <p:cNvSpPr/>
            <p:nvPr/>
          </p:nvSpPr>
          <p:spPr>
            <a:xfrm rot="-543206">
              <a:off x="5327714" y="1152327"/>
              <a:ext cx="198146" cy="159316"/>
            </a:xfrm>
            <a:custGeom>
              <a:avLst/>
              <a:gdLst/>
              <a:ahLst/>
              <a:cxnLst/>
              <a:rect l="l" t="t" r="r" b="b"/>
              <a:pathLst>
                <a:path w="215030" h="172891" extrusionOk="0">
                  <a:moveTo>
                    <a:pt x="57611" y="157419"/>
                  </a:moveTo>
                  <a:cubicBezTo>
                    <a:pt x="112713" y="189252"/>
                    <a:pt x="183198" y="170393"/>
                    <a:pt x="215030" y="115290"/>
                  </a:cubicBezTo>
                  <a:lnTo>
                    <a:pt x="15472" y="0"/>
                  </a:lnTo>
                  <a:cubicBezTo>
                    <a:pt x="-16360" y="55102"/>
                    <a:pt x="2499" y="125587"/>
                    <a:pt x="57611" y="1574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33"/>
            <p:cNvSpPr/>
            <p:nvPr/>
          </p:nvSpPr>
          <p:spPr>
            <a:xfrm rot="-543206">
              <a:off x="5333396" y="1097857"/>
              <a:ext cx="198146" cy="159320"/>
            </a:xfrm>
            <a:custGeom>
              <a:avLst/>
              <a:gdLst/>
              <a:ahLst/>
              <a:cxnLst/>
              <a:rect l="l" t="t" r="r" b="b"/>
              <a:pathLst>
                <a:path w="215030" h="172896" extrusionOk="0">
                  <a:moveTo>
                    <a:pt x="0" y="57606"/>
                  </a:moveTo>
                  <a:lnTo>
                    <a:pt x="199558" y="172896"/>
                  </a:lnTo>
                  <a:cubicBezTo>
                    <a:pt x="231391" y="117794"/>
                    <a:pt x="212531" y="47309"/>
                    <a:pt x="157429" y="15477"/>
                  </a:cubicBezTo>
                  <a:cubicBezTo>
                    <a:pt x="102318" y="-16365"/>
                    <a:pt x="31842" y="2504"/>
                    <a:pt x="0" y="57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33"/>
            <p:cNvSpPr/>
            <p:nvPr/>
          </p:nvSpPr>
          <p:spPr>
            <a:xfrm rot="-3999147">
              <a:off x="3529633" y="1292453"/>
              <a:ext cx="95797" cy="95797"/>
            </a:xfrm>
            <a:custGeom>
              <a:avLst/>
              <a:gdLst/>
              <a:ahLst/>
              <a:cxnLst/>
              <a:rect l="l" t="t" r="r" b="b"/>
              <a:pathLst>
                <a:path w="127732" h="127732" extrusionOk="0">
                  <a:moveTo>
                    <a:pt x="120255" y="93831"/>
                  </a:moveTo>
                  <a:cubicBezTo>
                    <a:pt x="103701" y="124978"/>
                    <a:pt x="65039" y="136798"/>
                    <a:pt x="33901" y="120253"/>
                  </a:cubicBezTo>
                  <a:cubicBezTo>
                    <a:pt x="2755" y="103699"/>
                    <a:pt x="-9066" y="65037"/>
                    <a:pt x="7479" y="33900"/>
                  </a:cubicBezTo>
                  <a:cubicBezTo>
                    <a:pt x="24024" y="2762"/>
                    <a:pt x="62696" y="-9068"/>
                    <a:pt x="93833" y="7477"/>
                  </a:cubicBezTo>
                  <a:cubicBezTo>
                    <a:pt x="124970" y="24022"/>
                    <a:pt x="136800" y="62684"/>
                    <a:pt x="120255" y="938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3"/>
            <p:cNvSpPr/>
            <p:nvPr/>
          </p:nvSpPr>
          <p:spPr>
            <a:xfrm rot="-3999147">
              <a:off x="3683691" y="2082714"/>
              <a:ext cx="95787" cy="95787"/>
            </a:xfrm>
            <a:custGeom>
              <a:avLst/>
              <a:gdLst/>
              <a:ahLst/>
              <a:cxnLst/>
              <a:rect l="l" t="t" r="r" b="b"/>
              <a:pathLst>
                <a:path w="127718" h="127718" extrusionOk="0">
                  <a:moveTo>
                    <a:pt x="116137" y="100526"/>
                  </a:moveTo>
                  <a:cubicBezTo>
                    <a:pt x="95887" y="129396"/>
                    <a:pt x="56063" y="136388"/>
                    <a:pt x="27193" y="116137"/>
                  </a:cubicBezTo>
                  <a:cubicBezTo>
                    <a:pt x="-1677" y="95887"/>
                    <a:pt x="-8669" y="56063"/>
                    <a:pt x="11582" y="27193"/>
                  </a:cubicBezTo>
                  <a:cubicBezTo>
                    <a:pt x="31832" y="-1677"/>
                    <a:pt x="71656" y="-8669"/>
                    <a:pt x="100526" y="11582"/>
                  </a:cubicBezTo>
                  <a:cubicBezTo>
                    <a:pt x="129396" y="31832"/>
                    <a:pt x="136388" y="71656"/>
                    <a:pt x="116137" y="100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3"/>
            <p:cNvSpPr/>
            <p:nvPr/>
          </p:nvSpPr>
          <p:spPr>
            <a:xfrm rot="-3999147">
              <a:off x="3310312" y="1871849"/>
              <a:ext cx="272797" cy="152049"/>
            </a:xfrm>
            <a:custGeom>
              <a:avLst/>
              <a:gdLst/>
              <a:ahLst/>
              <a:cxnLst/>
              <a:rect l="l" t="t" r="r" b="b"/>
              <a:pathLst>
                <a:path w="363737" h="202736" extrusionOk="0">
                  <a:moveTo>
                    <a:pt x="201587" y="201587"/>
                  </a:moveTo>
                  <a:cubicBezTo>
                    <a:pt x="301714" y="190376"/>
                    <a:pt x="373799" y="100127"/>
                    <a:pt x="362588" y="0"/>
                  </a:cubicBezTo>
                  <a:lnTo>
                    <a:pt x="0" y="40596"/>
                  </a:lnTo>
                  <a:cubicBezTo>
                    <a:pt x="11201" y="140713"/>
                    <a:pt x="101460" y="212798"/>
                    <a:pt x="201587" y="2015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33"/>
            <p:cNvSpPr/>
            <p:nvPr/>
          </p:nvSpPr>
          <p:spPr>
            <a:xfrm rot="-3999147">
              <a:off x="3198315" y="1824441"/>
              <a:ext cx="272797" cy="152056"/>
            </a:xfrm>
            <a:custGeom>
              <a:avLst/>
              <a:gdLst/>
              <a:ahLst/>
              <a:cxnLst/>
              <a:rect l="l" t="t" r="r" b="b"/>
              <a:pathLst>
                <a:path w="363737" h="202745" extrusionOk="0">
                  <a:moveTo>
                    <a:pt x="1149" y="202746"/>
                  </a:moveTo>
                  <a:lnTo>
                    <a:pt x="363737" y="162150"/>
                  </a:lnTo>
                  <a:cubicBezTo>
                    <a:pt x="352526" y="62023"/>
                    <a:pt x="262277" y="-10062"/>
                    <a:pt x="162150" y="1149"/>
                  </a:cubicBezTo>
                  <a:cubicBezTo>
                    <a:pt x="62023" y="12360"/>
                    <a:pt x="-10062" y="102619"/>
                    <a:pt x="1149" y="202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33"/>
            <p:cNvSpPr/>
            <p:nvPr/>
          </p:nvSpPr>
          <p:spPr>
            <a:xfrm rot="-3999147">
              <a:off x="2922854" y="1733985"/>
              <a:ext cx="155387" cy="138522"/>
            </a:xfrm>
            <a:custGeom>
              <a:avLst/>
              <a:gdLst/>
              <a:ahLst/>
              <a:cxnLst/>
              <a:rect l="l" t="t" r="r" b="b"/>
              <a:pathLst>
                <a:path w="207187" h="184699" extrusionOk="0">
                  <a:moveTo>
                    <a:pt x="45777" y="161401"/>
                  </a:moveTo>
                  <a:cubicBezTo>
                    <a:pt x="96555" y="199768"/>
                    <a:pt x="168821" y="189700"/>
                    <a:pt x="207188" y="138922"/>
                  </a:cubicBezTo>
                  <a:lnTo>
                    <a:pt x="23298" y="0"/>
                  </a:lnTo>
                  <a:cubicBezTo>
                    <a:pt x="-15069" y="50768"/>
                    <a:pt x="-5001" y="123034"/>
                    <a:pt x="45777" y="16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33"/>
            <p:cNvSpPr/>
            <p:nvPr/>
          </p:nvSpPr>
          <p:spPr>
            <a:xfrm rot="-3999147">
              <a:off x="2898252" y="1704335"/>
              <a:ext cx="155387" cy="138519"/>
            </a:xfrm>
            <a:custGeom>
              <a:avLst/>
              <a:gdLst/>
              <a:ahLst/>
              <a:cxnLst/>
              <a:rect l="l" t="t" r="r" b="b"/>
              <a:pathLst>
                <a:path w="207187" h="184696" extrusionOk="0">
                  <a:moveTo>
                    <a:pt x="0" y="45775"/>
                  </a:moveTo>
                  <a:lnTo>
                    <a:pt x="183890" y="184697"/>
                  </a:lnTo>
                  <a:cubicBezTo>
                    <a:pt x="222256" y="133919"/>
                    <a:pt x="212189" y="61653"/>
                    <a:pt x="161411" y="23286"/>
                  </a:cubicBezTo>
                  <a:cubicBezTo>
                    <a:pt x="110623" y="-15061"/>
                    <a:pt x="38367" y="-5003"/>
                    <a:pt x="0" y="45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33"/>
            <p:cNvSpPr/>
            <p:nvPr/>
          </p:nvSpPr>
          <p:spPr>
            <a:xfrm rot="-3999147">
              <a:off x="3205916" y="1490053"/>
              <a:ext cx="155384" cy="138522"/>
            </a:xfrm>
            <a:custGeom>
              <a:avLst/>
              <a:gdLst/>
              <a:ahLst/>
              <a:cxnLst/>
              <a:rect l="l" t="t" r="r" b="b"/>
              <a:pathLst>
                <a:path w="207183" h="184699" extrusionOk="0">
                  <a:moveTo>
                    <a:pt x="45773" y="161401"/>
                  </a:moveTo>
                  <a:cubicBezTo>
                    <a:pt x="96551" y="199768"/>
                    <a:pt x="168817" y="189700"/>
                    <a:pt x="207183" y="138922"/>
                  </a:cubicBezTo>
                  <a:lnTo>
                    <a:pt x="23294" y="0"/>
                  </a:lnTo>
                  <a:cubicBezTo>
                    <a:pt x="-15063" y="50778"/>
                    <a:pt x="-5005" y="123044"/>
                    <a:pt x="45773" y="16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3"/>
            <p:cNvSpPr/>
            <p:nvPr/>
          </p:nvSpPr>
          <p:spPr>
            <a:xfrm rot="-3999147">
              <a:off x="3181315" y="1460402"/>
              <a:ext cx="155387" cy="138526"/>
            </a:xfrm>
            <a:custGeom>
              <a:avLst/>
              <a:gdLst/>
              <a:ahLst/>
              <a:cxnLst/>
              <a:rect l="l" t="t" r="r" b="b"/>
              <a:pathLst>
                <a:path w="207187" h="184705" extrusionOk="0">
                  <a:moveTo>
                    <a:pt x="0" y="45783"/>
                  </a:moveTo>
                  <a:lnTo>
                    <a:pt x="183890" y="184705"/>
                  </a:lnTo>
                  <a:cubicBezTo>
                    <a:pt x="222256" y="133927"/>
                    <a:pt x="212189" y="61661"/>
                    <a:pt x="161411" y="23294"/>
                  </a:cubicBezTo>
                  <a:cubicBezTo>
                    <a:pt x="110633" y="-15072"/>
                    <a:pt x="38367" y="-4995"/>
                    <a:pt x="0" y="457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3"/>
            <p:cNvSpPr/>
            <p:nvPr/>
          </p:nvSpPr>
          <p:spPr>
            <a:xfrm rot="-3996033">
              <a:off x="5271196" y="1643656"/>
              <a:ext cx="95675" cy="95675"/>
            </a:xfrm>
            <a:custGeom>
              <a:avLst/>
              <a:gdLst/>
              <a:ahLst/>
              <a:cxnLst/>
              <a:rect l="l" t="t" r="r" b="b"/>
              <a:pathLst>
                <a:path w="127718" h="127718" extrusionOk="0">
                  <a:moveTo>
                    <a:pt x="116137" y="100526"/>
                  </a:moveTo>
                  <a:cubicBezTo>
                    <a:pt x="95887" y="129396"/>
                    <a:pt x="56063" y="136388"/>
                    <a:pt x="27193" y="116137"/>
                  </a:cubicBezTo>
                  <a:cubicBezTo>
                    <a:pt x="-1677" y="95887"/>
                    <a:pt x="-8669" y="56063"/>
                    <a:pt x="11582" y="27193"/>
                  </a:cubicBezTo>
                  <a:cubicBezTo>
                    <a:pt x="31832" y="-1677"/>
                    <a:pt x="71656" y="-8669"/>
                    <a:pt x="100526" y="11582"/>
                  </a:cubicBezTo>
                  <a:cubicBezTo>
                    <a:pt x="129396" y="31832"/>
                    <a:pt x="136388" y="71656"/>
                    <a:pt x="116137" y="100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dirty="0"/>
              <a:t>Pilares extraídos do SINASC (</a:t>
            </a:r>
            <a:r>
              <a:rPr lang="pt-BR" sz="2800" dirty="0"/>
              <a:t>Sistema de Informação sobre Nascidos Vivos) </a:t>
            </a:r>
            <a:endParaRPr sz="2800" dirty="0"/>
          </a:p>
        </p:txBody>
      </p:sp>
      <p:sp>
        <p:nvSpPr>
          <p:cNvPr id="537" name="Google Shape;537;p32"/>
          <p:cNvSpPr txBox="1">
            <a:spLocks noGrp="1"/>
          </p:cNvSpPr>
          <p:nvPr>
            <p:ph type="title" idx="2"/>
          </p:nvPr>
        </p:nvSpPr>
        <p:spPr>
          <a:xfrm>
            <a:off x="720000" y="1790975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39" name="Google Shape;539;p32"/>
          <p:cNvSpPr txBox="1">
            <a:spLocks noGrp="1"/>
          </p:cNvSpPr>
          <p:nvPr>
            <p:ph type="title" idx="4"/>
          </p:nvPr>
        </p:nvSpPr>
        <p:spPr>
          <a:xfrm>
            <a:off x="720000" y="2618423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41" name="Google Shape;541;p32"/>
          <p:cNvSpPr txBox="1">
            <a:spLocks noGrp="1"/>
          </p:cNvSpPr>
          <p:nvPr>
            <p:ph type="title" idx="6"/>
          </p:nvPr>
        </p:nvSpPr>
        <p:spPr>
          <a:xfrm>
            <a:off x="720000" y="3445950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43" name="Google Shape;543;p32"/>
          <p:cNvSpPr txBox="1">
            <a:spLocks noGrp="1"/>
          </p:cNvSpPr>
          <p:nvPr>
            <p:ph type="subTitle" idx="1"/>
          </p:nvPr>
        </p:nvSpPr>
        <p:spPr>
          <a:xfrm>
            <a:off x="145470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Pilar Socioeconômico</a:t>
            </a:r>
            <a:endParaRPr dirty="0"/>
          </a:p>
        </p:txBody>
      </p:sp>
      <p:sp>
        <p:nvSpPr>
          <p:cNvPr id="544" name="Google Shape;544;p32"/>
          <p:cNvSpPr txBox="1">
            <a:spLocks noGrp="1"/>
          </p:cNvSpPr>
          <p:nvPr>
            <p:ph type="subTitle" idx="8"/>
          </p:nvPr>
        </p:nvSpPr>
        <p:spPr>
          <a:xfrm>
            <a:off x="1454699" y="2618423"/>
            <a:ext cx="3520071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Pilar Operacional/Sazonal</a:t>
            </a:r>
            <a:endParaRPr dirty="0"/>
          </a:p>
        </p:txBody>
      </p:sp>
      <p:sp>
        <p:nvSpPr>
          <p:cNvPr id="545" name="Google Shape;545;p32"/>
          <p:cNvSpPr txBox="1">
            <a:spLocks noGrp="1"/>
          </p:cNvSpPr>
          <p:nvPr>
            <p:ph type="subTitle" idx="9"/>
          </p:nvPr>
        </p:nvSpPr>
        <p:spPr>
          <a:xfrm>
            <a:off x="1454704" y="3445950"/>
            <a:ext cx="3280582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Pilar Clínico/Assistencial</a:t>
            </a:r>
            <a:endParaRPr dirty="0"/>
          </a:p>
        </p:txBody>
      </p:sp>
      <p:pic>
        <p:nvPicPr>
          <p:cNvPr id="1026" name="Picture 2" descr="Sinalização | Sinasc Sinalização Viária">
            <a:extLst>
              <a:ext uri="{FF2B5EF4-FFF2-40B4-BE49-F238E27FC236}">
                <a16:creationId xmlns:a16="http://schemas.microsoft.com/office/drawing/2014/main" id="{F0E3582A-11AA-49C4-8A32-6E3A3E39F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372" y="1922719"/>
            <a:ext cx="2995615" cy="2056031"/>
          </a:xfrm>
          <a:prstGeom prst="roundRect">
            <a:avLst>
              <a:gd name="adj" fmla="val 1677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49"/>
          <p:cNvSpPr/>
          <p:nvPr/>
        </p:nvSpPr>
        <p:spPr>
          <a:xfrm>
            <a:off x="-1083562" y="-2646112"/>
            <a:ext cx="6094119" cy="6094119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3" name="Google Shape;1283;p49"/>
          <p:cNvGrpSpPr/>
          <p:nvPr/>
        </p:nvGrpSpPr>
        <p:grpSpPr>
          <a:xfrm>
            <a:off x="1253312" y="632174"/>
            <a:ext cx="3301869" cy="4151750"/>
            <a:chOff x="1561951" y="735560"/>
            <a:chExt cx="2697276" cy="3672287"/>
          </a:xfrm>
        </p:grpSpPr>
        <p:grpSp>
          <p:nvGrpSpPr>
            <p:cNvPr id="1284" name="Google Shape;1284;p49"/>
            <p:cNvGrpSpPr/>
            <p:nvPr/>
          </p:nvGrpSpPr>
          <p:grpSpPr>
            <a:xfrm>
              <a:off x="1561951" y="735560"/>
              <a:ext cx="2697276" cy="3672287"/>
              <a:chOff x="1655550" y="790900"/>
              <a:chExt cx="2510262" cy="3417671"/>
            </a:xfrm>
          </p:grpSpPr>
          <p:sp>
            <p:nvSpPr>
              <p:cNvPr id="1285" name="Google Shape;1285;p49"/>
              <p:cNvSpPr/>
              <p:nvPr/>
            </p:nvSpPr>
            <p:spPr>
              <a:xfrm>
                <a:off x="1655550" y="790900"/>
                <a:ext cx="2510262" cy="3417671"/>
              </a:xfrm>
              <a:custGeom>
                <a:avLst/>
                <a:gdLst/>
                <a:ahLst/>
                <a:cxnLst/>
                <a:rect l="l" t="t" r="r" b="b"/>
                <a:pathLst>
                  <a:path w="143096" h="190426" extrusionOk="0">
                    <a:moveTo>
                      <a:pt x="2914" y="0"/>
                    </a:moveTo>
                    <a:cubicBezTo>
                      <a:pt x="1280" y="0"/>
                      <a:pt x="0" y="1281"/>
                      <a:pt x="0" y="2914"/>
                    </a:cubicBezTo>
                    <a:lnTo>
                      <a:pt x="0" y="187512"/>
                    </a:lnTo>
                    <a:cubicBezTo>
                      <a:pt x="0" y="189101"/>
                      <a:pt x="1280" y="190426"/>
                      <a:pt x="2914" y="190426"/>
                    </a:cubicBezTo>
                    <a:lnTo>
                      <a:pt x="140182" y="190426"/>
                    </a:lnTo>
                    <a:cubicBezTo>
                      <a:pt x="141771" y="190426"/>
                      <a:pt x="143096" y="189101"/>
                      <a:pt x="143096" y="187512"/>
                    </a:cubicBezTo>
                    <a:lnTo>
                      <a:pt x="143096" y="2914"/>
                    </a:lnTo>
                    <a:cubicBezTo>
                      <a:pt x="143096" y="1281"/>
                      <a:pt x="141771" y="0"/>
                      <a:pt x="1401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49"/>
              <p:cNvSpPr/>
              <p:nvPr/>
            </p:nvSpPr>
            <p:spPr>
              <a:xfrm>
                <a:off x="1735300" y="886765"/>
                <a:ext cx="2350730" cy="3115776"/>
              </a:xfrm>
              <a:custGeom>
                <a:avLst/>
                <a:gdLst/>
                <a:ahLst/>
                <a:cxnLst/>
                <a:rect l="l" t="t" r="r" b="b"/>
                <a:pathLst>
                  <a:path w="134002" h="173605" extrusionOk="0">
                    <a:moveTo>
                      <a:pt x="1" y="1"/>
                    </a:moveTo>
                    <a:lnTo>
                      <a:pt x="1" y="53821"/>
                    </a:lnTo>
                    <a:lnTo>
                      <a:pt x="1" y="127599"/>
                    </a:lnTo>
                    <a:lnTo>
                      <a:pt x="1" y="173605"/>
                    </a:lnTo>
                    <a:lnTo>
                      <a:pt x="134001" y="173605"/>
                    </a:lnTo>
                    <a:lnTo>
                      <a:pt x="134001" y="34615"/>
                    </a:lnTo>
                    <a:lnTo>
                      <a:pt x="13400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7" name="Google Shape;1287;p49"/>
            <p:cNvSpPr/>
            <p:nvPr/>
          </p:nvSpPr>
          <p:spPr>
            <a:xfrm>
              <a:off x="2663525" y="4264350"/>
              <a:ext cx="436759" cy="69572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9" name="Google Shape;1289;p49"/>
          <p:cNvSpPr txBox="1">
            <a:spLocks noGrp="1"/>
          </p:cNvSpPr>
          <p:nvPr>
            <p:ph type="title"/>
          </p:nvPr>
        </p:nvSpPr>
        <p:spPr>
          <a:xfrm>
            <a:off x="1414904" y="1214805"/>
            <a:ext cx="2968023" cy="6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6"/>
                </a:solidFill>
              </a:rPr>
              <a:t>Descoberta</a:t>
            </a:r>
            <a:r>
              <a:rPr lang="pt-BR" sz="3600" dirty="0">
                <a:solidFill>
                  <a:schemeClr val="accent6"/>
                </a:solidFill>
              </a:rPr>
              <a:t>s</a:t>
            </a:r>
            <a:r>
              <a:rPr lang="en" sz="3600" dirty="0">
                <a:solidFill>
                  <a:schemeClr val="accent6"/>
                </a:solidFill>
              </a:rPr>
              <a:t> dos Dados</a:t>
            </a:r>
            <a:endParaRPr sz="3600" dirty="0">
              <a:solidFill>
                <a:schemeClr val="accent6"/>
              </a:solidFill>
            </a:endParaRPr>
          </a:p>
        </p:txBody>
      </p:sp>
      <p:sp>
        <p:nvSpPr>
          <p:cNvPr id="1290" name="Google Shape;1290;p49"/>
          <p:cNvSpPr txBox="1">
            <a:spLocks noGrp="1"/>
          </p:cNvSpPr>
          <p:nvPr>
            <p:ph type="subTitle" idx="1"/>
          </p:nvPr>
        </p:nvSpPr>
        <p:spPr>
          <a:xfrm>
            <a:off x="4806449" y="1637745"/>
            <a:ext cx="3593400" cy="8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 idade média das mães está entre </a:t>
            </a:r>
            <a:r>
              <a:rPr lang="en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26 </a:t>
            </a:r>
            <a:r>
              <a:rPr lang="pt-BR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 27 anos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 média das gestações é de 38 semanas (sendo o ideal entre 39 e 40 semanas)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Muitos valores ausentes na coluna de escolaridade (mais de um milhão)</a:t>
            </a:r>
            <a:endParaRPr lang="en" sz="16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16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292" name="Google Shape;1292;p49"/>
          <p:cNvSpPr/>
          <p:nvPr/>
        </p:nvSpPr>
        <p:spPr>
          <a:xfrm>
            <a:off x="832226" y="735555"/>
            <a:ext cx="389840" cy="389840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49"/>
          <p:cNvSpPr/>
          <p:nvPr/>
        </p:nvSpPr>
        <p:spPr>
          <a:xfrm>
            <a:off x="4806449" y="3931599"/>
            <a:ext cx="232866" cy="232866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37D35AE-7E7C-4A5F-ACC5-508BA3A25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550" y="1877036"/>
            <a:ext cx="2640729" cy="265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20588"/>
      </p:ext>
    </p:extLst>
  </p:cSld>
  <p:clrMapOvr>
    <a:masterClrMapping/>
  </p:clrMapOvr>
  <p:transition spd="med">
    <p:pull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45"/>
          <p:cNvSpPr txBox="1">
            <a:spLocks noGrp="1"/>
          </p:cNvSpPr>
          <p:nvPr>
            <p:ph type="title"/>
          </p:nvPr>
        </p:nvSpPr>
        <p:spPr>
          <a:xfrm>
            <a:off x="1980421" y="1276512"/>
            <a:ext cx="52284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3.500.000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02" name="Google Shape;1102;p45"/>
          <p:cNvSpPr txBox="1">
            <a:spLocks noGrp="1"/>
          </p:cNvSpPr>
          <p:nvPr>
            <p:ph type="subTitle" idx="1"/>
          </p:nvPr>
        </p:nvSpPr>
        <p:spPr>
          <a:xfrm>
            <a:off x="1694760" y="2282600"/>
            <a:ext cx="5799722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Esse é o número de registros entre 2022 e 2023 que foram analisados através do algoritmo </a:t>
            </a:r>
            <a:r>
              <a:rPr lang="en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Random Forest</a:t>
            </a:r>
            <a:r>
              <a:rPr lang="en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não buscando apenas correlações clínicas, mas também mapeando o comportamento sistêmico do atendimento obstétrico brasileiro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 visão adotada foi a clássica 70% para treinamento e 30% para validação</a:t>
            </a: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103" name="Google Shape;1103;p45"/>
          <p:cNvSpPr/>
          <p:nvPr/>
        </p:nvSpPr>
        <p:spPr>
          <a:xfrm>
            <a:off x="4603550" y="3518100"/>
            <a:ext cx="10774126" cy="10774126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4" name="Google Shape;1104;p45"/>
          <p:cNvGrpSpPr/>
          <p:nvPr/>
        </p:nvGrpSpPr>
        <p:grpSpPr>
          <a:xfrm>
            <a:off x="8683617" y="3190207"/>
            <a:ext cx="279543" cy="918677"/>
            <a:chOff x="110510" y="3460575"/>
            <a:chExt cx="347864" cy="1143344"/>
          </a:xfrm>
        </p:grpSpPr>
        <p:sp>
          <p:nvSpPr>
            <p:cNvPr id="1105" name="Google Shape;1105;p45"/>
            <p:cNvSpPr/>
            <p:nvPr/>
          </p:nvSpPr>
          <p:spPr>
            <a:xfrm flipH="1">
              <a:off x="359060" y="3725725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811"/>
                  </a:moveTo>
                  <a:cubicBezTo>
                    <a:pt x="96911" y="73631"/>
                    <a:pt x="75956" y="94567"/>
                    <a:pt x="50175" y="94567"/>
                  </a:cubicBezTo>
                  <a:cubicBezTo>
                    <a:pt x="24330" y="94567"/>
                    <a:pt x="3439" y="73631"/>
                    <a:pt x="3439" y="47811"/>
                  </a:cubicBezTo>
                  <a:cubicBezTo>
                    <a:pt x="3439" y="21992"/>
                    <a:pt x="24330" y="1063"/>
                    <a:pt x="50175" y="1063"/>
                  </a:cubicBezTo>
                  <a:cubicBezTo>
                    <a:pt x="75956" y="1063"/>
                    <a:pt x="96911" y="21992"/>
                    <a:pt x="96911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45"/>
            <p:cNvSpPr/>
            <p:nvPr/>
          </p:nvSpPr>
          <p:spPr>
            <a:xfrm flipH="1">
              <a:off x="359060" y="3990866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936"/>
                  </a:moveTo>
                  <a:cubicBezTo>
                    <a:pt x="96911" y="73755"/>
                    <a:pt x="75956" y="94691"/>
                    <a:pt x="50175" y="94691"/>
                  </a:cubicBezTo>
                  <a:cubicBezTo>
                    <a:pt x="24330" y="94691"/>
                    <a:pt x="3439" y="73755"/>
                    <a:pt x="3439" y="47936"/>
                  </a:cubicBezTo>
                  <a:cubicBezTo>
                    <a:pt x="3439" y="22117"/>
                    <a:pt x="24330" y="1187"/>
                    <a:pt x="50175" y="1187"/>
                  </a:cubicBezTo>
                  <a:cubicBezTo>
                    <a:pt x="75956" y="1187"/>
                    <a:pt x="96911" y="22117"/>
                    <a:pt x="96911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5"/>
            <p:cNvSpPr/>
            <p:nvPr/>
          </p:nvSpPr>
          <p:spPr>
            <a:xfrm flipH="1">
              <a:off x="110510" y="3460575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811"/>
                  </a:moveTo>
                  <a:cubicBezTo>
                    <a:pt x="97028" y="73631"/>
                    <a:pt x="76137" y="94567"/>
                    <a:pt x="50292" y="94567"/>
                  </a:cubicBezTo>
                  <a:cubicBezTo>
                    <a:pt x="24447" y="94567"/>
                    <a:pt x="3556" y="73631"/>
                    <a:pt x="3556" y="47811"/>
                  </a:cubicBezTo>
                  <a:cubicBezTo>
                    <a:pt x="3556" y="21992"/>
                    <a:pt x="24447" y="1063"/>
                    <a:pt x="50292" y="1063"/>
                  </a:cubicBezTo>
                  <a:cubicBezTo>
                    <a:pt x="76137" y="1063"/>
                    <a:pt x="97028" y="21992"/>
                    <a:pt x="97028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45"/>
            <p:cNvSpPr/>
            <p:nvPr/>
          </p:nvSpPr>
          <p:spPr>
            <a:xfrm flipH="1">
              <a:off x="110510" y="3725716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936"/>
                  </a:moveTo>
                  <a:cubicBezTo>
                    <a:pt x="97028" y="73755"/>
                    <a:pt x="76137" y="94691"/>
                    <a:pt x="50292" y="94691"/>
                  </a:cubicBezTo>
                  <a:cubicBezTo>
                    <a:pt x="24447" y="94691"/>
                    <a:pt x="3556" y="73755"/>
                    <a:pt x="3556" y="47936"/>
                  </a:cubicBezTo>
                  <a:cubicBezTo>
                    <a:pt x="3556" y="22117"/>
                    <a:pt x="24447" y="1187"/>
                    <a:pt x="50292" y="1187"/>
                  </a:cubicBezTo>
                  <a:cubicBezTo>
                    <a:pt x="76137" y="1187"/>
                    <a:pt x="97028" y="22117"/>
                    <a:pt x="97028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45"/>
            <p:cNvSpPr/>
            <p:nvPr/>
          </p:nvSpPr>
          <p:spPr>
            <a:xfrm flipH="1">
              <a:off x="359060" y="4239431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059"/>
                  </a:moveTo>
                  <a:cubicBezTo>
                    <a:pt x="96911" y="73878"/>
                    <a:pt x="75956" y="94807"/>
                    <a:pt x="50175" y="94807"/>
                  </a:cubicBezTo>
                  <a:cubicBezTo>
                    <a:pt x="24330" y="94807"/>
                    <a:pt x="3439" y="73878"/>
                    <a:pt x="3439" y="48059"/>
                  </a:cubicBezTo>
                  <a:cubicBezTo>
                    <a:pt x="3439" y="22240"/>
                    <a:pt x="24330" y="1304"/>
                    <a:pt x="50175" y="1304"/>
                  </a:cubicBezTo>
                  <a:cubicBezTo>
                    <a:pt x="75956" y="1304"/>
                    <a:pt x="96911" y="22240"/>
                    <a:pt x="96911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45"/>
            <p:cNvSpPr/>
            <p:nvPr/>
          </p:nvSpPr>
          <p:spPr>
            <a:xfrm flipH="1">
              <a:off x="359060" y="4504572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183"/>
                  </a:moveTo>
                  <a:cubicBezTo>
                    <a:pt x="96911" y="74002"/>
                    <a:pt x="75956" y="94932"/>
                    <a:pt x="50175" y="94932"/>
                  </a:cubicBezTo>
                  <a:cubicBezTo>
                    <a:pt x="24330" y="94932"/>
                    <a:pt x="3439" y="74002"/>
                    <a:pt x="3439" y="48183"/>
                  </a:cubicBezTo>
                  <a:cubicBezTo>
                    <a:pt x="3439" y="22364"/>
                    <a:pt x="24330" y="1428"/>
                    <a:pt x="50175" y="1428"/>
                  </a:cubicBezTo>
                  <a:cubicBezTo>
                    <a:pt x="75956" y="1428"/>
                    <a:pt x="96911" y="22364"/>
                    <a:pt x="96911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45"/>
            <p:cNvSpPr/>
            <p:nvPr/>
          </p:nvSpPr>
          <p:spPr>
            <a:xfrm flipH="1">
              <a:off x="110510" y="3974281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059"/>
                  </a:moveTo>
                  <a:cubicBezTo>
                    <a:pt x="97028" y="73878"/>
                    <a:pt x="76137" y="94807"/>
                    <a:pt x="50292" y="94807"/>
                  </a:cubicBezTo>
                  <a:cubicBezTo>
                    <a:pt x="24447" y="94807"/>
                    <a:pt x="3556" y="73878"/>
                    <a:pt x="3556" y="48059"/>
                  </a:cubicBezTo>
                  <a:cubicBezTo>
                    <a:pt x="3556" y="22240"/>
                    <a:pt x="24447" y="1304"/>
                    <a:pt x="50292" y="1304"/>
                  </a:cubicBezTo>
                  <a:cubicBezTo>
                    <a:pt x="76137" y="1304"/>
                    <a:pt x="97028" y="22240"/>
                    <a:pt x="97028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45"/>
            <p:cNvSpPr/>
            <p:nvPr/>
          </p:nvSpPr>
          <p:spPr>
            <a:xfrm flipH="1">
              <a:off x="110510" y="4239422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183"/>
                  </a:moveTo>
                  <a:cubicBezTo>
                    <a:pt x="97028" y="74002"/>
                    <a:pt x="76137" y="94932"/>
                    <a:pt x="50292" y="94932"/>
                  </a:cubicBezTo>
                  <a:cubicBezTo>
                    <a:pt x="24447" y="94932"/>
                    <a:pt x="3556" y="74002"/>
                    <a:pt x="3556" y="48183"/>
                  </a:cubicBezTo>
                  <a:cubicBezTo>
                    <a:pt x="3556" y="22364"/>
                    <a:pt x="24447" y="1428"/>
                    <a:pt x="50292" y="1428"/>
                  </a:cubicBezTo>
                  <a:cubicBezTo>
                    <a:pt x="76137" y="1428"/>
                    <a:pt x="97028" y="22364"/>
                    <a:pt x="97028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0" name="Google Shape;1160;p45"/>
          <p:cNvSpPr/>
          <p:nvPr/>
        </p:nvSpPr>
        <p:spPr>
          <a:xfrm flipH="1">
            <a:off x="209287" y="3190199"/>
            <a:ext cx="327000" cy="327900"/>
          </a:xfrm>
          <a:prstGeom prst="mathPlus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45"/>
          <p:cNvSpPr/>
          <p:nvPr/>
        </p:nvSpPr>
        <p:spPr>
          <a:xfrm rot="10800000">
            <a:off x="-2099627" y="-4105156"/>
            <a:ext cx="5313540" cy="5305907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2" name="Google Shape;1162;p45"/>
          <p:cNvGrpSpPr/>
          <p:nvPr/>
        </p:nvGrpSpPr>
        <p:grpSpPr>
          <a:xfrm>
            <a:off x="-33703" y="617294"/>
            <a:ext cx="812959" cy="861672"/>
            <a:chOff x="5137170" y="1563182"/>
            <a:chExt cx="584358" cy="619462"/>
          </a:xfrm>
        </p:grpSpPr>
        <p:sp>
          <p:nvSpPr>
            <p:cNvPr id="1163" name="Google Shape;1163;p45"/>
            <p:cNvSpPr/>
            <p:nvPr/>
          </p:nvSpPr>
          <p:spPr>
            <a:xfrm>
              <a:off x="5137170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811"/>
                  </a:moveTo>
                  <a:cubicBezTo>
                    <a:pt x="96911" y="73631"/>
                    <a:pt x="75956" y="94567"/>
                    <a:pt x="50175" y="94567"/>
                  </a:cubicBezTo>
                  <a:cubicBezTo>
                    <a:pt x="24330" y="94567"/>
                    <a:pt x="3439" y="73631"/>
                    <a:pt x="3439" y="47811"/>
                  </a:cubicBezTo>
                  <a:cubicBezTo>
                    <a:pt x="3439" y="21992"/>
                    <a:pt x="24330" y="1063"/>
                    <a:pt x="50175" y="1063"/>
                  </a:cubicBezTo>
                  <a:cubicBezTo>
                    <a:pt x="75956" y="1063"/>
                    <a:pt x="96911" y="21992"/>
                    <a:pt x="96911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45"/>
            <p:cNvSpPr/>
            <p:nvPr/>
          </p:nvSpPr>
          <p:spPr>
            <a:xfrm>
              <a:off x="5137170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936"/>
                  </a:moveTo>
                  <a:cubicBezTo>
                    <a:pt x="96911" y="73755"/>
                    <a:pt x="75956" y="94691"/>
                    <a:pt x="50175" y="94691"/>
                  </a:cubicBezTo>
                  <a:cubicBezTo>
                    <a:pt x="24330" y="94691"/>
                    <a:pt x="3439" y="73755"/>
                    <a:pt x="3439" y="47936"/>
                  </a:cubicBezTo>
                  <a:cubicBezTo>
                    <a:pt x="3439" y="22117"/>
                    <a:pt x="24330" y="1187"/>
                    <a:pt x="50175" y="1187"/>
                  </a:cubicBezTo>
                  <a:cubicBezTo>
                    <a:pt x="75956" y="1187"/>
                    <a:pt x="96911" y="22117"/>
                    <a:pt x="96911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45"/>
            <p:cNvSpPr/>
            <p:nvPr/>
          </p:nvSpPr>
          <p:spPr>
            <a:xfrm>
              <a:off x="5312477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811"/>
                  </a:moveTo>
                  <a:cubicBezTo>
                    <a:pt x="97028" y="73631"/>
                    <a:pt x="76137" y="94567"/>
                    <a:pt x="50292" y="94567"/>
                  </a:cubicBezTo>
                  <a:cubicBezTo>
                    <a:pt x="24447" y="94567"/>
                    <a:pt x="3556" y="73631"/>
                    <a:pt x="3556" y="47811"/>
                  </a:cubicBezTo>
                  <a:cubicBezTo>
                    <a:pt x="3556" y="21992"/>
                    <a:pt x="24447" y="1063"/>
                    <a:pt x="50292" y="1063"/>
                  </a:cubicBezTo>
                  <a:cubicBezTo>
                    <a:pt x="76137" y="1063"/>
                    <a:pt x="97028" y="21992"/>
                    <a:pt x="97028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45"/>
            <p:cNvSpPr/>
            <p:nvPr/>
          </p:nvSpPr>
          <p:spPr>
            <a:xfrm>
              <a:off x="5312477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936"/>
                  </a:moveTo>
                  <a:cubicBezTo>
                    <a:pt x="97028" y="73755"/>
                    <a:pt x="76137" y="94691"/>
                    <a:pt x="50292" y="94691"/>
                  </a:cubicBezTo>
                  <a:cubicBezTo>
                    <a:pt x="24447" y="94691"/>
                    <a:pt x="3556" y="73755"/>
                    <a:pt x="3556" y="47936"/>
                  </a:cubicBezTo>
                  <a:cubicBezTo>
                    <a:pt x="3556" y="22117"/>
                    <a:pt x="24447" y="1187"/>
                    <a:pt x="50292" y="1187"/>
                  </a:cubicBezTo>
                  <a:cubicBezTo>
                    <a:pt x="76137" y="1187"/>
                    <a:pt x="97028" y="22117"/>
                    <a:pt x="97028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45"/>
            <p:cNvSpPr/>
            <p:nvPr/>
          </p:nvSpPr>
          <p:spPr>
            <a:xfrm>
              <a:off x="5476117" y="1563182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45"/>
            <p:cNvSpPr/>
            <p:nvPr/>
          </p:nvSpPr>
          <p:spPr>
            <a:xfrm>
              <a:off x="5476117" y="1750191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45"/>
            <p:cNvSpPr/>
            <p:nvPr/>
          </p:nvSpPr>
          <p:spPr>
            <a:xfrm>
              <a:off x="5651425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45"/>
            <p:cNvSpPr/>
            <p:nvPr/>
          </p:nvSpPr>
          <p:spPr>
            <a:xfrm>
              <a:off x="5651425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45"/>
            <p:cNvSpPr/>
            <p:nvPr/>
          </p:nvSpPr>
          <p:spPr>
            <a:xfrm>
              <a:off x="5137170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059"/>
                  </a:moveTo>
                  <a:cubicBezTo>
                    <a:pt x="96911" y="73878"/>
                    <a:pt x="75956" y="94807"/>
                    <a:pt x="50175" y="94807"/>
                  </a:cubicBezTo>
                  <a:cubicBezTo>
                    <a:pt x="24330" y="94807"/>
                    <a:pt x="3439" y="73878"/>
                    <a:pt x="3439" y="48059"/>
                  </a:cubicBezTo>
                  <a:cubicBezTo>
                    <a:pt x="3439" y="22240"/>
                    <a:pt x="24330" y="1304"/>
                    <a:pt x="50175" y="1304"/>
                  </a:cubicBezTo>
                  <a:cubicBezTo>
                    <a:pt x="75956" y="1304"/>
                    <a:pt x="96911" y="22240"/>
                    <a:pt x="96911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45"/>
            <p:cNvSpPr/>
            <p:nvPr/>
          </p:nvSpPr>
          <p:spPr>
            <a:xfrm>
              <a:off x="5137170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183"/>
                  </a:moveTo>
                  <a:cubicBezTo>
                    <a:pt x="96911" y="74002"/>
                    <a:pt x="75956" y="94932"/>
                    <a:pt x="50175" y="94932"/>
                  </a:cubicBezTo>
                  <a:cubicBezTo>
                    <a:pt x="24330" y="94932"/>
                    <a:pt x="3439" y="74002"/>
                    <a:pt x="3439" y="48183"/>
                  </a:cubicBezTo>
                  <a:cubicBezTo>
                    <a:pt x="3439" y="22364"/>
                    <a:pt x="24330" y="1428"/>
                    <a:pt x="50175" y="1428"/>
                  </a:cubicBezTo>
                  <a:cubicBezTo>
                    <a:pt x="75956" y="1428"/>
                    <a:pt x="96911" y="22364"/>
                    <a:pt x="96911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45"/>
            <p:cNvSpPr/>
            <p:nvPr/>
          </p:nvSpPr>
          <p:spPr>
            <a:xfrm>
              <a:off x="5312477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059"/>
                  </a:moveTo>
                  <a:cubicBezTo>
                    <a:pt x="97028" y="73878"/>
                    <a:pt x="76137" y="94807"/>
                    <a:pt x="50292" y="94807"/>
                  </a:cubicBezTo>
                  <a:cubicBezTo>
                    <a:pt x="24447" y="94807"/>
                    <a:pt x="3556" y="73878"/>
                    <a:pt x="3556" y="48059"/>
                  </a:cubicBezTo>
                  <a:cubicBezTo>
                    <a:pt x="3556" y="22240"/>
                    <a:pt x="24447" y="1304"/>
                    <a:pt x="50292" y="1304"/>
                  </a:cubicBezTo>
                  <a:cubicBezTo>
                    <a:pt x="76137" y="1304"/>
                    <a:pt x="97028" y="22240"/>
                    <a:pt x="97028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45"/>
            <p:cNvSpPr/>
            <p:nvPr/>
          </p:nvSpPr>
          <p:spPr>
            <a:xfrm>
              <a:off x="5312477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183"/>
                  </a:moveTo>
                  <a:cubicBezTo>
                    <a:pt x="97028" y="74002"/>
                    <a:pt x="76137" y="94932"/>
                    <a:pt x="50292" y="94932"/>
                  </a:cubicBezTo>
                  <a:cubicBezTo>
                    <a:pt x="24447" y="94932"/>
                    <a:pt x="3556" y="74002"/>
                    <a:pt x="3556" y="48183"/>
                  </a:cubicBezTo>
                  <a:cubicBezTo>
                    <a:pt x="3556" y="22364"/>
                    <a:pt x="24447" y="1428"/>
                    <a:pt x="50292" y="1428"/>
                  </a:cubicBezTo>
                  <a:cubicBezTo>
                    <a:pt x="76137" y="1428"/>
                    <a:pt x="97028" y="22364"/>
                    <a:pt x="97028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45"/>
            <p:cNvSpPr/>
            <p:nvPr/>
          </p:nvSpPr>
          <p:spPr>
            <a:xfrm>
              <a:off x="5476117" y="1925509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45"/>
            <p:cNvSpPr/>
            <p:nvPr/>
          </p:nvSpPr>
          <p:spPr>
            <a:xfrm>
              <a:off x="5476117" y="2112518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45"/>
            <p:cNvSpPr/>
            <p:nvPr/>
          </p:nvSpPr>
          <p:spPr>
            <a:xfrm>
              <a:off x="5651425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45"/>
            <p:cNvSpPr/>
            <p:nvPr/>
          </p:nvSpPr>
          <p:spPr>
            <a:xfrm>
              <a:off x="5651425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9" name="Google Shape;1179;p45"/>
          <p:cNvSpPr/>
          <p:nvPr/>
        </p:nvSpPr>
        <p:spPr>
          <a:xfrm flipH="1">
            <a:off x="2090212" y="4410442"/>
            <a:ext cx="327000" cy="327900"/>
          </a:xfrm>
          <a:prstGeom prst="mathPlus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0" name="Google Shape;1180;p45"/>
          <p:cNvGrpSpPr/>
          <p:nvPr/>
        </p:nvGrpSpPr>
        <p:grpSpPr>
          <a:xfrm>
            <a:off x="7424921" y="-21497"/>
            <a:ext cx="1719081" cy="2868320"/>
            <a:chOff x="7424921" y="54703"/>
            <a:chExt cx="1719081" cy="2868320"/>
          </a:xfrm>
        </p:grpSpPr>
        <p:grpSp>
          <p:nvGrpSpPr>
            <p:cNvPr id="1181" name="Google Shape;1181;p45"/>
            <p:cNvGrpSpPr/>
            <p:nvPr/>
          </p:nvGrpSpPr>
          <p:grpSpPr>
            <a:xfrm rot="5400000" flipH="1">
              <a:off x="7572320" y="-92697"/>
              <a:ext cx="1424282" cy="1719081"/>
              <a:chOff x="6141456" y="2237178"/>
              <a:chExt cx="1424282" cy="1719081"/>
            </a:xfrm>
          </p:grpSpPr>
          <p:sp>
            <p:nvSpPr>
              <p:cNvPr id="1182" name="Google Shape;1182;p45"/>
              <p:cNvSpPr/>
              <p:nvPr/>
            </p:nvSpPr>
            <p:spPr>
              <a:xfrm flipH="1">
                <a:off x="6596138" y="2411596"/>
                <a:ext cx="969600" cy="1077600"/>
              </a:xfrm>
              <a:prstGeom prst="mathPlus">
                <a:avLst>
                  <a:gd name="adj1" fmla="val 2352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5"/>
              <p:cNvSpPr/>
              <p:nvPr/>
            </p:nvSpPr>
            <p:spPr>
              <a:xfrm flipH="1">
                <a:off x="6141456" y="2237178"/>
                <a:ext cx="403200" cy="448200"/>
              </a:xfrm>
              <a:prstGeom prst="mathPlus">
                <a:avLst>
                  <a:gd name="adj1" fmla="val 2352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5"/>
              <p:cNvSpPr/>
              <p:nvPr/>
            </p:nvSpPr>
            <p:spPr>
              <a:xfrm flipH="1">
                <a:off x="7250925" y="3714759"/>
                <a:ext cx="217500" cy="241500"/>
              </a:xfrm>
              <a:prstGeom prst="mathPlus">
                <a:avLst>
                  <a:gd name="adj1" fmla="val 2352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5" name="Google Shape;1185;p45"/>
            <p:cNvGrpSpPr/>
            <p:nvPr/>
          </p:nvGrpSpPr>
          <p:grpSpPr>
            <a:xfrm>
              <a:off x="7494482" y="918297"/>
              <a:ext cx="1449606" cy="2004726"/>
              <a:chOff x="6023606" y="2206935"/>
              <a:chExt cx="1363693" cy="2089344"/>
            </a:xfrm>
          </p:grpSpPr>
          <p:sp>
            <p:nvSpPr>
              <p:cNvPr id="1186" name="Google Shape;1186;p45"/>
              <p:cNvSpPr/>
              <p:nvPr/>
            </p:nvSpPr>
            <p:spPr>
              <a:xfrm flipH="1">
                <a:off x="6023606" y="2206935"/>
                <a:ext cx="403200" cy="448200"/>
              </a:xfrm>
              <a:prstGeom prst="mathPlus">
                <a:avLst>
                  <a:gd name="adj1" fmla="val 2352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45"/>
              <p:cNvSpPr/>
              <p:nvPr/>
            </p:nvSpPr>
            <p:spPr>
              <a:xfrm flipH="1">
                <a:off x="7160199" y="4043979"/>
                <a:ext cx="227100" cy="252300"/>
              </a:xfrm>
              <a:prstGeom prst="mathPlus">
                <a:avLst>
                  <a:gd name="adj1" fmla="val 2352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5"/>
              <p:cNvSpPr/>
              <p:nvPr/>
            </p:nvSpPr>
            <p:spPr>
              <a:xfrm flipH="1">
                <a:off x="6579354" y="2819648"/>
                <a:ext cx="650100" cy="722100"/>
              </a:xfrm>
              <a:prstGeom prst="mathPlus">
                <a:avLst>
                  <a:gd name="adj1" fmla="val 2352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92" name="Imagem 9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962" y="3762898"/>
            <a:ext cx="1380602" cy="1380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6"/>
          <p:cNvSpPr/>
          <p:nvPr/>
        </p:nvSpPr>
        <p:spPr>
          <a:xfrm rot="10800000">
            <a:off x="-1783785" y="-4055514"/>
            <a:ext cx="4601823" cy="4595015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6"/>
          <p:cNvSpPr txBox="1">
            <a:spLocks noGrp="1"/>
          </p:cNvSpPr>
          <p:nvPr>
            <p:ph type="title"/>
          </p:nvPr>
        </p:nvSpPr>
        <p:spPr>
          <a:xfrm>
            <a:off x="3078388" y="173279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Quantificando a Acurácia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1" name="Google Shape;771;p36"/>
          <p:cNvSpPr txBox="1">
            <a:spLocks noGrp="1"/>
          </p:cNvSpPr>
          <p:nvPr>
            <p:ph type="subTitle" idx="1"/>
          </p:nvPr>
        </p:nvSpPr>
        <p:spPr>
          <a:xfrm>
            <a:off x="207600" y="1176258"/>
            <a:ext cx="5554509" cy="21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pt-BR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 acurácia de </a:t>
            </a:r>
            <a:r>
              <a:rPr lang="pt-BR" sz="16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63%</a:t>
            </a:r>
            <a:r>
              <a:rPr lang="pt-BR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poderia ser vista como uma limitação, porém, neste estudo, o "erro" é um achado muito importante. </a:t>
            </a:r>
          </a:p>
          <a:p>
            <a:pPr marL="152400" indent="0">
              <a:buNone/>
            </a:pPr>
            <a:r>
              <a:rPr lang="pt-BR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Se o modelo atingisse 100% de precisão, significaria que a via de parto é um evento puramente matemático e determinístico. </a:t>
            </a:r>
          </a:p>
          <a:p>
            <a:pPr marL="152400" indent="0">
              <a:buNone/>
            </a:pPr>
            <a:r>
              <a:rPr lang="pt-BR" sz="1600" dirty="0"/>
              <a:t>Estamos tentando prever uma decisão que envolve comportamento humano, cultura médica, conveniência de agenda, pressão social. Nada disso está nos números do SINASC.</a:t>
            </a:r>
            <a:endParaRPr sz="16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grpSp>
        <p:nvGrpSpPr>
          <p:cNvPr id="772" name="Google Shape;772;p36"/>
          <p:cNvGrpSpPr/>
          <p:nvPr/>
        </p:nvGrpSpPr>
        <p:grpSpPr>
          <a:xfrm>
            <a:off x="5868121" y="1088093"/>
            <a:ext cx="3056221" cy="4055468"/>
            <a:chOff x="5868121" y="1088093"/>
            <a:chExt cx="3056221" cy="4055468"/>
          </a:xfrm>
        </p:grpSpPr>
        <p:grpSp>
          <p:nvGrpSpPr>
            <p:cNvPr id="773" name="Google Shape;773;p36"/>
            <p:cNvGrpSpPr/>
            <p:nvPr/>
          </p:nvGrpSpPr>
          <p:grpSpPr>
            <a:xfrm>
              <a:off x="6214824" y="1421864"/>
              <a:ext cx="2199280" cy="3721697"/>
              <a:chOff x="5954102" y="715312"/>
              <a:chExt cx="2275745" cy="3851094"/>
            </a:xfrm>
          </p:grpSpPr>
          <p:sp>
            <p:nvSpPr>
              <p:cNvPr id="774" name="Google Shape;774;p36"/>
              <p:cNvSpPr/>
              <p:nvPr/>
            </p:nvSpPr>
            <p:spPr>
              <a:xfrm>
                <a:off x="6581236" y="1414842"/>
                <a:ext cx="9964" cy="38044"/>
              </a:xfrm>
              <a:custGeom>
                <a:avLst/>
                <a:gdLst/>
                <a:ahLst/>
                <a:cxnLst/>
                <a:rect l="l" t="t" r="r" b="b"/>
                <a:pathLst>
                  <a:path w="6767" h="25836" extrusionOk="0">
                    <a:moveTo>
                      <a:pt x="7086" y="1680"/>
                    </a:moveTo>
                    <a:cubicBezTo>
                      <a:pt x="6391" y="5519"/>
                      <a:pt x="5558" y="9331"/>
                      <a:pt x="4864" y="13184"/>
                    </a:cubicBezTo>
                    <a:cubicBezTo>
                      <a:pt x="4240" y="16982"/>
                      <a:pt x="3406" y="20925"/>
                      <a:pt x="3545" y="24792"/>
                    </a:cubicBezTo>
                    <a:cubicBezTo>
                      <a:pt x="3545" y="26354"/>
                      <a:pt x="5975" y="26757"/>
                      <a:pt x="6530" y="25285"/>
                    </a:cubicBezTo>
                    <a:cubicBezTo>
                      <a:pt x="7850" y="21654"/>
                      <a:pt x="8266" y="17648"/>
                      <a:pt x="8822" y="13837"/>
                    </a:cubicBezTo>
                    <a:cubicBezTo>
                      <a:pt x="9377" y="9970"/>
                      <a:pt x="9794" y="6082"/>
                      <a:pt x="10280" y="2201"/>
                    </a:cubicBezTo>
                    <a:cubicBezTo>
                      <a:pt x="10558" y="125"/>
                      <a:pt x="7502" y="-382"/>
                      <a:pt x="7086" y="168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6"/>
              <p:cNvSpPr/>
              <p:nvPr/>
            </p:nvSpPr>
            <p:spPr>
              <a:xfrm flipH="1">
                <a:off x="6254423" y="3402924"/>
                <a:ext cx="382974" cy="624982"/>
              </a:xfrm>
              <a:custGeom>
                <a:avLst/>
                <a:gdLst/>
                <a:ahLst/>
                <a:cxnLst/>
                <a:rect l="l" t="t" r="r" b="b"/>
                <a:pathLst>
                  <a:path w="404194" h="659612" extrusionOk="0">
                    <a:moveTo>
                      <a:pt x="786" y="64145"/>
                    </a:moveTo>
                    <a:cubicBezTo>
                      <a:pt x="-4135" y="83873"/>
                      <a:pt x="133829" y="660410"/>
                      <a:pt x="133829" y="660410"/>
                    </a:cubicBezTo>
                    <a:lnTo>
                      <a:pt x="404852" y="547065"/>
                    </a:lnTo>
                    <a:lnTo>
                      <a:pt x="307801" y="797"/>
                    </a:lnTo>
                    <a:lnTo>
                      <a:pt x="786" y="64145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36"/>
              <p:cNvSpPr/>
              <p:nvPr/>
            </p:nvSpPr>
            <p:spPr>
              <a:xfrm flipH="1">
                <a:off x="5960418" y="2679501"/>
                <a:ext cx="574271" cy="952462"/>
              </a:xfrm>
              <a:custGeom>
                <a:avLst/>
                <a:gdLst/>
                <a:ahLst/>
                <a:cxnLst/>
                <a:rect l="l" t="t" r="r" b="b"/>
                <a:pathLst>
                  <a:path w="606091" h="1005237" extrusionOk="0">
                    <a:moveTo>
                      <a:pt x="148538" y="671"/>
                    </a:moveTo>
                    <a:cubicBezTo>
                      <a:pt x="148538" y="671"/>
                      <a:pt x="271725" y="79510"/>
                      <a:pt x="365341" y="276615"/>
                    </a:cubicBezTo>
                    <a:cubicBezTo>
                      <a:pt x="458973" y="473719"/>
                      <a:pt x="606794" y="828502"/>
                      <a:pt x="606794" y="828502"/>
                    </a:cubicBezTo>
                    <a:lnTo>
                      <a:pt x="702" y="1005908"/>
                    </a:lnTo>
                    <a:lnTo>
                      <a:pt x="148538" y="671"/>
                    </a:lnTo>
                    <a:close/>
                  </a:path>
                </a:pathLst>
              </a:custGeom>
              <a:solidFill>
                <a:srgbClr val="1D336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6"/>
              <p:cNvSpPr/>
              <p:nvPr/>
            </p:nvSpPr>
            <p:spPr>
              <a:xfrm flipH="1">
                <a:off x="6122122" y="3481538"/>
                <a:ext cx="425257" cy="636663"/>
              </a:xfrm>
              <a:custGeom>
                <a:avLst/>
                <a:gdLst/>
                <a:ahLst/>
                <a:cxnLst/>
                <a:rect l="l" t="t" r="r" b="b"/>
                <a:pathLst>
                  <a:path w="448820" h="671940" extrusionOk="0">
                    <a:moveTo>
                      <a:pt x="447729" y="69798"/>
                    </a:moveTo>
                    <a:cubicBezTo>
                      <a:pt x="447729" y="84576"/>
                      <a:pt x="492076" y="710396"/>
                      <a:pt x="137279" y="670969"/>
                    </a:cubicBezTo>
                    <a:cubicBezTo>
                      <a:pt x="-217504" y="631543"/>
                      <a:pt x="230911" y="816"/>
                      <a:pt x="230911" y="816"/>
                    </a:cubicBezTo>
                    <a:lnTo>
                      <a:pt x="447729" y="69798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6"/>
              <p:cNvSpPr/>
              <p:nvPr/>
            </p:nvSpPr>
            <p:spPr>
              <a:xfrm flipH="1">
                <a:off x="6647675" y="715312"/>
                <a:ext cx="934003" cy="801429"/>
              </a:xfrm>
              <a:custGeom>
                <a:avLst/>
                <a:gdLst/>
                <a:ahLst/>
                <a:cxnLst/>
                <a:rect l="l" t="t" r="r" b="b"/>
                <a:pathLst>
                  <a:path w="985755" h="845835" extrusionOk="0">
                    <a:moveTo>
                      <a:pt x="1491" y="737218"/>
                    </a:moveTo>
                    <a:cubicBezTo>
                      <a:pt x="1491" y="737218"/>
                      <a:pt x="-724" y="586126"/>
                      <a:pt x="1491" y="438275"/>
                    </a:cubicBezTo>
                    <a:cubicBezTo>
                      <a:pt x="4762" y="218171"/>
                      <a:pt x="182168" y="152474"/>
                      <a:pt x="182168" y="152474"/>
                    </a:cubicBezTo>
                    <a:cubicBezTo>
                      <a:pt x="182168" y="152474"/>
                      <a:pt x="261007" y="34209"/>
                      <a:pt x="375987" y="7924"/>
                    </a:cubicBezTo>
                    <a:cubicBezTo>
                      <a:pt x="490967" y="-18346"/>
                      <a:pt x="609218" y="30923"/>
                      <a:pt x="609218" y="30923"/>
                    </a:cubicBezTo>
                    <a:cubicBezTo>
                      <a:pt x="609218" y="30923"/>
                      <a:pt x="766911" y="-47916"/>
                      <a:pt x="891748" y="63764"/>
                    </a:cubicBezTo>
                    <a:cubicBezTo>
                      <a:pt x="1016585" y="175473"/>
                      <a:pt x="1013284" y="448132"/>
                      <a:pt x="908176" y="533542"/>
                    </a:cubicBezTo>
                    <a:lnTo>
                      <a:pt x="904875" y="779930"/>
                    </a:lnTo>
                    <a:cubicBezTo>
                      <a:pt x="904875" y="779930"/>
                      <a:pt x="119742" y="954021"/>
                      <a:pt x="1491" y="737218"/>
                    </a:cubicBezTo>
                    <a:close/>
                  </a:path>
                </a:pathLst>
              </a:custGeom>
              <a:solidFill>
                <a:srgbClr val="60304A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 flipH="1">
                <a:off x="6660043" y="1045722"/>
                <a:ext cx="1021911" cy="666292"/>
              </a:xfrm>
              <a:custGeom>
                <a:avLst/>
                <a:gdLst/>
                <a:ahLst/>
                <a:cxnLst/>
                <a:rect l="l" t="t" r="r" b="b"/>
                <a:pathLst>
                  <a:path w="1078534" h="703211" extrusionOk="0">
                    <a:moveTo>
                      <a:pt x="172041" y="394683"/>
                    </a:moveTo>
                    <a:lnTo>
                      <a:pt x="191755" y="149395"/>
                    </a:lnTo>
                    <a:cubicBezTo>
                      <a:pt x="191755" y="149395"/>
                      <a:pt x="307835" y="-6097"/>
                      <a:pt x="415144" y="474"/>
                    </a:cubicBezTo>
                    <a:cubicBezTo>
                      <a:pt x="522453" y="7045"/>
                      <a:pt x="662618" y="105597"/>
                      <a:pt x="745842" y="88084"/>
                    </a:cubicBezTo>
                    <a:cubicBezTo>
                      <a:pt x="745842" y="88084"/>
                      <a:pt x="879436" y="191007"/>
                      <a:pt x="982359" y="186636"/>
                    </a:cubicBezTo>
                    <a:lnTo>
                      <a:pt x="986745" y="370599"/>
                    </a:lnTo>
                    <a:cubicBezTo>
                      <a:pt x="986745" y="370599"/>
                      <a:pt x="1041500" y="298316"/>
                      <a:pt x="1069969" y="383726"/>
                    </a:cubicBezTo>
                    <a:cubicBezTo>
                      <a:pt x="1098440" y="469136"/>
                      <a:pt x="1056827" y="589603"/>
                      <a:pt x="986745" y="598344"/>
                    </a:cubicBezTo>
                    <a:lnTo>
                      <a:pt x="204897" y="703483"/>
                    </a:lnTo>
                    <a:cubicBezTo>
                      <a:pt x="204897" y="703483"/>
                      <a:pt x="27506" y="685955"/>
                      <a:pt x="3407" y="534848"/>
                    </a:cubicBezTo>
                    <a:cubicBezTo>
                      <a:pt x="-20678" y="383726"/>
                      <a:pt x="110715" y="298316"/>
                      <a:pt x="172041" y="394683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36"/>
              <p:cNvSpPr/>
              <p:nvPr/>
            </p:nvSpPr>
            <p:spPr>
              <a:xfrm flipH="1">
                <a:off x="6808974" y="1830857"/>
                <a:ext cx="658296" cy="1013131"/>
              </a:xfrm>
              <a:custGeom>
                <a:avLst/>
                <a:gdLst/>
                <a:ahLst/>
                <a:cxnLst/>
                <a:rect l="l" t="t" r="r" b="b"/>
                <a:pathLst>
                  <a:path w="694772" h="1069268" extrusionOk="0">
                    <a:moveTo>
                      <a:pt x="695274" y="1069756"/>
                    </a:moveTo>
                    <a:cubicBezTo>
                      <a:pt x="695274" y="1069756"/>
                      <a:pt x="10343" y="463664"/>
                      <a:pt x="501" y="399602"/>
                    </a:cubicBezTo>
                    <a:cubicBezTo>
                      <a:pt x="501" y="399602"/>
                      <a:pt x="30502" y="300812"/>
                      <a:pt x="56668" y="200342"/>
                    </a:cubicBezTo>
                    <a:cubicBezTo>
                      <a:pt x="74270" y="132891"/>
                      <a:pt x="90133" y="64667"/>
                      <a:pt x="94118" y="25092"/>
                    </a:cubicBezTo>
                    <a:lnTo>
                      <a:pt x="631213" y="487"/>
                    </a:lnTo>
                    <a:cubicBezTo>
                      <a:pt x="631213" y="487"/>
                      <a:pt x="597926" y="202245"/>
                      <a:pt x="578673" y="350363"/>
                    </a:cubicBezTo>
                    <a:cubicBezTo>
                      <a:pt x="568281" y="430198"/>
                      <a:pt x="561992" y="494483"/>
                      <a:pt x="567151" y="503106"/>
                    </a:cubicBezTo>
                    <a:cubicBezTo>
                      <a:pt x="581929" y="527725"/>
                      <a:pt x="645990" y="665704"/>
                      <a:pt x="645990" y="665704"/>
                    </a:cubicBezTo>
                    <a:lnTo>
                      <a:pt x="695274" y="1069756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36"/>
              <p:cNvSpPr/>
              <p:nvPr/>
            </p:nvSpPr>
            <p:spPr>
              <a:xfrm flipH="1">
                <a:off x="6336448" y="2175883"/>
                <a:ext cx="1893399" cy="2390523"/>
              </a:xfrm>
              <a:custGeom>
                <a:avLst/>
                <a:gdLst/>
                <a:ahLst/>
                <a:cxnLst/>
                <a:rect l="l" t="t" r="r" b="b"/>
                <a:pathLst>
                  <a:path w="1998310" h="2522979" extrusionOk="0">
                    <a:moveTo>
                      <a:pt x="155839" y="2523699"/>
                    </a:moveTo>
                    <a:lnTo>
                      <a:pt x="264248" y="1710646"/>
                    </a:lnTo>
                    <a:cubicBezTo>
                      <a:pt x="264248" y="1710646"/>
                      <a:pt x="-90534" y="991194"/>
                      <a:pt x="22811" y="616698"/>
                    </a:cubicBezTo>
                    <a:cubicBezTo>
                      <a:pt x="105426" y="343787"/>
                      <a:pt x="478465" y="141508"/>
                      <a:pt x="674767" y="51861"/>
                    </a:cubicBezTo>
                    <a:cubicBezTo>
                      <a:pt x="747838" y="18485"/>
                      <a:pt x="796437" y="719"/>
                      <a:pt x="796437" y="719"/>
                    </a:cubicBezTo>
                    <a:cubicBezTo>
                      <a:pt x="840785" y="10591"/>
                      <a:pt x="1446907" y="606841"/>
                      <a:pt x="1451813" y="577241"/>
                    </a:cubicBezTo>
                    <a:cubicBezTo>
                      <a:pt x="1456763" y="547686"/>
                      <a:pt x="1372974" y="138728"/>
                      <a:pt x="1372974" y="138728"/>
                    </a:cubicBezTo>
                    <a:cubicBezTo>
                      <a:pt x="1404224" y="144541"/>
                      <a:pt x="1439592" y="157282"/>
                      <a:pt x="1477265" y="174840"/>
                    </a:cubicBezTo>
                    <a:cubicBezTo>
                      <a:pt x="1614397" y="238723"/>
                      <a:pt x="1781545" y="365924"/>
                      <a:pt x="1886653" y="451482"/>
                    </a:cubicBezTo>
                    <a:cubicBezTo>
                      <a:pt x="1904717" y="466201"/>
                      <a:pt x="1920981" y="479700"/>
                      <a:pt x="1934911" y="491430"/>
                    </a:cubicBezTo>
                    <a:cubicBezTo>
                      <a:pt x="1968704" y="519840"/>
                      <a:pt x="1988937" y="537859"/>
                      <a:pt x="1988937" y="537859"/>
                    </a:cubicBezTo>
                    <a:lnTo>
                      <a:pt x="1821418" y="1311470"/>
                    </a:lnTo>
                    <a:lnTo>
                      <a:pt x="1998779" y="2523699"/>
                    </a:lnTo>
                    <a:lnTo>
                      <a:pt x="155839" y="252369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 flipH="1">
                <a:off x="6356119" y="2744779"/>
                <a:ext cx="1083197" cy="1391261"/>
              </a:xfrm>
              <a:custGeom>
                <a:avLst/>
                <a:gdLst/>
                <a:ahLst/>
                <a:cxnLst/>
                <a:rect l="l" t="t" r="r" b="b"/>
                <a:pathLst>
                  <a:path w="1143216" h="1468349" extrusionOk="0">
                    <a:moveTo>
                      <a:pt x="936810" y="735"/>
                    </a:moveTo>
                    <a:lnTo>
                      <a:pt x="434192" y="794090"/>
                    </a:lnTo>
                    <a:cubicBezTo>
                      <a:pt x="434192" y="794090"/>
                      <a:pt x="20268" y="1074955"/>
                      <a:pt x="555" y="1099589"/>
                    </a:cubicBezTo>
                    <a:cubicBezTo>
                      <a:pt x="555" y="1099589"/>
                      <a:pt x="222309" y="1518448"/>
                      <a:pt x="522887" y="1464243"/>
                    </a:cubicBezTo>
                    <a:cubicBezTo>
                      <a:pt x="823480" y="1410039"/>
                      <a:pt x="1143772" y="291471"/>
                      <a:pt x="1143772" y="291471"/>
                    </a:cubicBezTo>
                    <a:lnTo>
                      <a:pt x="936810" y="735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36"/>
              <p:cNvSpPr/>
              <p:nvPr/>
            </p:nvSpPr>
            <p:spPr>
              <a:xfrm flipH="1">
                <a:off x="6869740" y="1830857"/>
                <a:ext cx="544380" cy="362383"/>
              </a:xfrm>
              <a:custGeom>
                <a:avLst/>
                <a:gdLst/>
                <a:ahLst/>
                <a:cxnLst/>
                <a:rect l="l" t="t" r="r" b="b"/>
                <a:pathLst>
                  <a:path w="574544" h="382462" extrusionOk="0">
                    <a:moveTo>
                      <a:pt x="575045" y="414"/>
                    </a:moveTo>
                    <a:cubicBezTo>
                      <a:pt x="575045" y="414"/>
                      <a:pt x="541758" y="202172"/>
                      <a:pt x="522505" y="350290"/>
                    </a:cubicBezTo>
                    <a:cubicBezTo>
                      <a:pt x="335569" y="450017"/>
                      <a:pt x="114202" y="298018"/>
                      <a:pt x="500" y="200269"/>
                    </a:cubicBezTo>
                    <a:cubicBezTo>
                      <a:pt x="18103" y="132818"/>
                      <a:pt x="33965" y="64594"/>
                      <a:pt x="37950" y="25018"/>
                    </a:cubicBezTo>
                    <a:lnTo>
                      <a:pt x="575045" y="414"/>
                    </a:ln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6"/>
              <p:cNvSpPr/>
              <p:nvPr/>
            </p:nvSpPr>
            <p:spPr>
              <a:xfrm flipH="1">
                <a:off x="6733590" y="863480"/>
                <a:ext cx="240816" cy="259274"/>
              </a:xfrm>
              <a:custGeom>
                <a:avLst/>
                <a:gdLst/>
                <a:ahLst/>
                <a:cxnLst/>
                <a:rect l="l" t="t" r="r" b="b"/>
                <a:pathLst>
                  <a:path w="254159" h="273640" extrusionOk="0">
                    <a:moveTo>
                      <a:pt x="254426" y="77428"/>
                    </a:moveTo>
                    <a:cubicBezTo>
                      <a:pt x="252835" y="51084"/>
                      <a:pt x="244688" y="22466"/>
                      <a:pt x="227888" y="1637"/>
                    </a:cubicBezTo>
                    <a:cubicBezTo>
                      <a:pt x="225168" y="-1723"/>
                      <a:pt x="218626" y="1236"/>
                      <a:pt x="220827" y="5517"/>
                    </a:cubicBezTo>
                    <a:cubicBezTo>
                      <a:pt x="231174" y="25647"/>
                      <a:pt x="239276" y="45866"/>
                      <a:pt x="241923" y="68553"/>
                    </a:cubicBezTo>
                    <a:cubicBezTo>
                      <a:pt x="244509" y="90794"/>
                      <a:pt x="242532" y="113704"/>
                      <a:pt x="235351" y="134978"/>
                    </a:cubicBezTo>
                    <a:cubicBezTo>
                      <a:pt x="221317" y="176590"/>
                      <a:pt x="188075" y="208658"/>
                      <a:pt x="147057" y="223689"/>
                    </a:cubicBezTo>
                    <a:cubicBezTo>
                      <a:pt x="126318" y="231286"/>
                      <a:pt x="104612" y="234155"/>
                      <a:pt x="82699" y="233278"/>
                    </a:cubicBezTo>
                    <a:cubicBezTo>
                      <a:pt x="103958" y="216166"/>
                      <a:pt x="122467" y="195412"/>
                      <a:pt x="136725" y="172130"/>
                    </a:cubicBezTo>
                    <a:cubicBezTo>
                      <a:pt x="145095" y="158453"/>
                      <a:pt x="152067" y="143809"/>
                      <a:pt x="155933" y="128214"/>
                    </a:cubicBezTo>
                    <a:cubicBezTo>
                      <a:pt x="156899" y="124289"/>
                      <a:pt x="151101" y="122936"/>
                      <a:pt x="149436" y="126266"/>
                    </a:cubicBezTo>
                    <a:cubicBezTo>
                      <a:pt x="137186" y="150677"/>
                      <a:pt x="124534" y="174450"/>
                      <a:pt x="106709" y="195397"/>
                    </a:cubicBezTo>
                    <a:cubicBezTo>
                      <a:pt x="89077" y="216121"/>
                      <a:pt x="67951" y="233620"/>
                      <a:pt x="44565" y="247520"/>
                    </a:cubicBezTo>
                    <a:cubicBezTo>
                      <a:pt x="30977" y="255578"/>
                      <a:pt x="16184" y="260737"/>
                      <a:pt x="2314" y="268066"/>
                    </a:cubicBezTo>
                    <a:cubicBezTo>
                      <a:pt x="-407" y="269508"/>
                      <a:pt x="54" y="274280"/>
                      <a:pt x="3652" y="273790"/>
                    </a:cubicBezTo>
                    <a:cubicBezTo>
                      <a:pt x="17493" y="271872"/>
                      <a:pt x="31215" y="265271"/>
                      <a:pt x="43495" y="258908"/>
                    </a:cubicBezTo>
                    <a:cubicBezTo>
                      <a:pt x="54021" y="253452"/>
                      <a:pt x="64085" y="247178"/>
                      <a:pt x="73660" y="240206"/>
                    </a:cubicBezTo>
                    <a:cubicBezTo>
                      <a:pt x="73972" y="240354"/>
                      <a:pt x="74254" y="240533"/>
                      <a:pt x="74641" y="240622"/>
                    </a:cubicBezTo>
                    <a:cubicBezTo>
                      <a:pt x="119598" y="250672"/>
                      <a:pt x="169209" y="233843"/>
                      <a:pt x="203150" y="203826"/>
                    </a:cubicBezTo>
                    <a:cubicBezTo>
                      <a:pt x="239083" y="172026"/>
                      <a:pt x="257325" y="125166"/>
                      <a:pt x="254426" y="77428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 flipH="1">
                <a:off x="6940007" y="863563"/>
                <a:ext cx="483697" cy="164605"/>
              </a:xfrm>
              <a:custGeom>
                <a:avLst/>
                <a:gdLst/>
                <a:ahLst/>
                <a:cxnLst/>
                <a:rect l="l" t="t" r="r" b="b"/>
                <a:pathLst>
                  <a:path w="510498" h="173726" extrusionOk="0">
                    <a:moveTo>
                      <a:pt x="503544" y="40771"/>
                    </a:moveTo>
                    <a:cubicBezTo>
                      <a:pt x="497731" y="46421"/>
                      <a:pt x="492439" y="52546"/>
                      <a:pt x="486477" y="58062"/>
                    </a:cubicBezTo>
                    <a:cubicBezTo>
                      <a:pt x="480843" y="63280"/>
                      <a:pt x="474866" y="68126"/>
                      <a:pt x="468711" y="72705"/>
                    </a:cubicBezTo>
                    <a:cubicBezTo>
                      <a:pt x="456045" y="82072"/>
                      <a:pt x="442441" y="89891"/>
                      <a:pt x="427798" y="95734"/>
                    </a:cubicBezTo>
                    <a:cubicBezTo>
                      <a:pt x="396637" y="108163"/>
                      <a:pt x="362681" y="111047"/>
                      <a:pt x="329721" y="105085"/>
                    </a:cubicBezTo>
                    <a:cubicBezTo>
                      <a:pt x="316266" y="102662"/>
                      <a:pt x="303585" y="98380"/>
                      <a:pt x="291023" y="93534"/>
                    </a:cubicBezTo>
                    <a:cubicBezTo>
                      <a:pt x="323789" y="90992"/>
                      <a:pt x="356035" y="85357"/>
                      <a:pt x="386691" y="71754"/>
                    </a:cubicBezTo>
                    <a:cubicBezTo>
                      <a:pt x="417852" y="57957"/>
                      <a:pt x="445608" y="37055"/>
                      <a:pt x="460772" y="5924"/>
                    </a:cubicBezTo>
                    <a:cubicBezTo>
                      <a:pt x="462750" y="1865"/>
                      <a:pt x="456520" y="-2119"/>
                      <a:pt x="453919" y="1746"/>
                    </a:cubicBezTo>
                    <a:cubicBezTo>
                      <a:pt x="417614" y="55519"/>
                      <a:pt x="354028" y="76452"/>
                      <a:pt x="292123" y="81626"/>
                    </a:cubicBezTo>
                    <a:cubicBezTo>
                      <a:pt x="220420" y="87617"/>
                      <a:pt x="146115" y="78474"/>
                      <a:pt x="77980" y="106661"/>
                    </a:cubicBezTo>
                    <a:cubicBezTo>
                      <a:pt x="46656" y="119610"/>
                      <a:pt x="19108" y="139993"/>
                      <a:pt x="985" y="168983"/>
                    </a:cubicBezTo>
                    <a:cubicBezTo>
                      <a:pt x="-992" y="172150"/>
                      <a:pt x="3468" y="175881"/>
                      <a:pt x="5579" y="172670"/>
                    </a:cubicBezTo>
                    <a:cubicBezTo>
                      <a:pt x="41230" y="118347"/>
                      <a:pt x="111148" y="101265"/>
                      <a:pt x="172043" y="97548"/>
                    </a:cubicBezTo>
                    <a:cubicBezTo>
                      <a:pt x="205791" y="95496"/>
                      <a:pt x="240297" y="96269"/>
                      <a:pt x="274401" y="94575"/>
                    </a:cubicBezTo>
                    <a:cubicBezTo>
                      <a:pt x="302530" y="114422"/>
                      <a:pt x="340945" y="121365"/>
                      <a:pt x="374634" y="119581"/>
                    </a:cubicBezTo>
                    <a:cubicBezTo>
                      <a:pt x="409155" y="117752"/>
                      <a:pt x="442709" y="105680"/>
                      <a:pt x="470926" y="85773"/>
                    </a:cubicBezTo>
                    <a:cubicBezTo>
                      <a:pt x="486001" y="75158"/>
                      <a:pt x="501285" y="61139"/>
                      <a:pt x="510428" y="44964"/>
                    </a:cubicBezTo>
                    <a:cubicBezTo>
                      <a:pt x="512910" y="40578"/>
                      <a:pt x="506547" y="37872"/>
                      <a:pt x="503544" y="40771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6"/>
              <p:cNvSpPr/>
              <p:nvPr/>
            </p:nvSpPr>
            <p:spPr>
              <a:xfrm flipH="1">
                <a:off x="7294344" y="800172"/>
                <a:ext cx="109832" cy="62994"/>
              </a:xfrm>
              <a:custGeom>
                <a:avLst/>
                <a:gdLst/>
                <a:ahLst/>
                <a:cxnLst/>
                <a:rect l="l" t="t" r="r" b="b"/>
                <a:pathLst>
                  <a:path w="115918" h="66484" extrusionOk="0">
                    <a:moveTo>
                      <a:pt x="110650" y="694"/>
                    </a:moveTo>
                    <a:cubicBezTo>
                      <a:pt x="101938" y="5956"/>
                      <a:pt x="93939" y="12468"/>
                      <a:pt x="85391" y="18028"/>
                    </a:cubicBezTo>
                    <a:cubicBezTo>
                      <a:pt x="76530" y="23812"/>
                      <a:pt x="67566" y="29461"/>
                      <a:pt x="58259" y="34516"/>
                    </a:cubicBezTo>
                    <a:cubicBezTo>
                      <a:pt x="49235" y="39407"/>
                      <a:pt x="39913" y="43822"/>
                      <a:pt x="30458" y="47792"/>
                    </a:cubicBezTo>
                    <a:cubicBezTo>
                      <a:pt x="21136" y="51702"/>
                      <a:pt x="10774" y="54467"/>
                      <a:pt x="2092" y="59656"/>
                    </a:cubicBezTo>
                    <a:cubicBezTo>
                      <a:pt x="-1417" y="61752"/>
                      <a:pt x="1289" y="66792"/>
                      <a:pt x="4783" y="66628"/>
                    </a:cubicBezTo>
                    <a:cubicBezTo>
                      <a:pt x="15026" y="66167"/>
                      <a:pt x="25819" y="61425"/>
                      <a:pt x="35200" y="57604"/>
                    </a:cubicBezTo>
                    <a:cubicBezTo>
                      <a:pt x="45251" y="53516"/>
                      <a:pt x="54988" y="48803"/>
                      <a:pt x="64503" y="43599"/>
                    </a:cubicBezTo>
                    <a:cubicBezTo>
                      <a:pt x="82581" y="33713"/>
                      <a:pt x="102131" y="21745"/>
                      <a:pt x="115511" y="5763"/>
                    </a:cubicBezTo>
                    <a:cubicBezTo>
                      <a:pt x="118232" y="2507"/>
                      <a:pt x="113920" y="-1284"/>
                      <a:pt x="110650" y="694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36"/>
              <p:cNvSpPr/>
              <p:nvPr/>
            </p:nvSpPr>
            <p:spPr>
              <a:xfrm flipH="1">
                <a:off x="7500288" y="1172853"/>
                <a:ext cx="35139" cy="59792"/>
              </a:xfrm>
              <a:custGeom>
                <a:avLst/>
                <a:gdLst/>
                <a:ahLst/>
                <a:cxnLst/>
                <a:rect l="l" t="t" r="r" b="b"/>
                <a:pathLst>
                  <a:path w="37086" h="63105" extrusionOk="0">
                    <a:moveTo>
                      <a:pt x="31081" y="1420"/>
                    </a:moveTo>
                    <a:cubicBezTo>
                      <a:pt x="24227" y="9463"/>
                      <a:pt x="19589" y="19706"/>
                      <a:pt x="14653" y="28983"/>
                    </a:cubicBezTo>
                    <a:cubicBezTo>
                      <a:pt x="12230" y="33562"/>
                      <a:pt x="9851" y="38141"/>
                      <a:pt x="7487" y="42750"/>
                    </a:cubicBezTo>
                    <a:cubicBezTo>
                      <a:pt x="4960" y="47730"/>
                      <a:pt x="2804" y="52725"/>
                      <a:pt x="693" y="57869"/>
                    </a:cubicBezTo>
                    <a:cubicBezTo>
                      <a:pt x="-883" y="61705"/>
                      <a:pt x="4663" y="65556"/>
                      <a:pt x="7130" y="61809"/>
                    </a:cubicBezTo>
                    <a:cubicBezTo>
                      <a:pt x="10238" y="57171"/>
                      <a:pt x="13211" y="52607"/>
                      <a:pt x="15932" y="47715"/>
                    </a:cubicBezTo>
                    <a:cubicBezTo>
                      <a:pt x="18533" y="43017"/>
                      <a:pt x="21105" y="38319"/>
                      <a:pt x="23633" y="33592"/>
                    </a:cubicBezTo>
                    <a:cubicBezTo>
                      <a:pt x="28658" y="24151"/>
                      <a:pt x="34456" y="14562"/>
                      <a:pt x="37370" y="4215"/>
                    </a:cubicBezTo>
                    <a:cubicBezTo>
                      <a:pt x="38395" y="573"/>
                      <a:pt x="33192" y="-1063"/>
                      <a:pt x="31081" y="142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 flipH="1">
                <a:off x="7503446" y="1458212"/>
                <a:ext cx="115478" cy="179274"/>
              </a:xfrm>
              <a:custGeom>
                <a:avLst/>
                <a:gdLst/>
                <a:ahLst/>
                <a:cxnLst/>
                <a:rect l="l" t="t" r="r" b="b"/>
                <a:pathLst>
                  <a:path w="121876" h="189207" extrusionOk="0">
                    <a:moveTo>
                      <a:pt x="109597" y="131883"/>
                    </a:moveTo>
                    <a:cubicBezTo>
                      <a:pt x="103175" y="114578"/>
                      <a:pt x="95102" y="97868"/>
                      <a:pt x="85766" y="81946"/>
                    </a:cubicBezTo>
                    <a:cubicBezTo>
                      <a:pt x="76415" y="66023"/>
                      <a:pt x="65725" y="50829"/>
                      <a:pt x="53639" y="36854"/>
                    </a:cubicBezTo>
                    <a:cubicBezTo>
                      <a:pt x="42013" y="23400"/>
                      <a:pt x="28811" y="9945"/>
                      <a:pt x="13483" y="698"/>
                    </a:cubicBezTo>
                    <a:cubicBezTo>
                      <a:pt x="10718" y="-982"/>
                      <a:pt x="7611" y="3181"/>
                      <a:pt x="9588" y="5545"/>
                    </a:cubicBezTo>
                    <a:cubicBezTo>
                      <a:pt x="20976" y="19148"/>
                      <a:pt x="33762" y="31577"/>
                      <a:pt x="44971" y="45388"/>
                    </a:cubicBezTo>
                    <a:cubicBezTo>
                      <a:pt x="56077" y="59080"/>
                      <a:pt x="66231" y="73501"/>
                      <a:pt x="75106" y="88725"/>
                    </a:cubicBezTo>
                    <a:cubicBezTo>
                      <a:pt x="76905" y="91832"/>
                      <a:pt x="78630" y="94969"/>
                      <a:pt x="80325" y="98121"/>
                    </a:cubicBezTo>
                    <a:cubicBezTo>
                      <a:pt x="71969" y="90613"/>
                      <a:pt x="62811" y="83834"/>
                      <a:pt x="53921" y="77322"/>
                    </a:cubicBezTo>
                    <a:cubicBezTo>
                      <a:pt x="39010" y="66380"/>
                      <a:pt x="23191" y="54576"/>
                      <a:pt x="5931" y="47663"/>
                    </a:cubicBezTo>
                    <a:cubicBezTo>
                      <a:pt x="1828" y="46012"/>
                      <a:pt x="-1666" y="51439"/>
                      <a:pt x="1857" y="54353"/>
                    </a:cubicBezTo>
                    <a:cubicBezTo>
                      <a:pt x="16189" y="66142"/>
                      <a:pt x="32676" y="75478"/>
                      <a:pt x="47692" y="86406"/>
                    </a:cubicBezTo>
                    <a:cubicBezTo>
                      <a:pt x="61771" y="96634"/>
                      <a:pt x="75077" y="108245"/>
                      <a:pt x="89884" y="117433"/>
                    </a:cubicBezTo>
                    <a:cubicBezTo>
                      <a:pt x="92723" y="123677"/>
                      <a:pt x="95444" y="129965"/>
                      <a:pt x="97927" y="136358"/>
                    </a:cubicBezTo>
                    <a:cubicBezTo>
                      <a:pt x="104379" y="153024"/>
                      <a:pt x="108809" y="170299"/>
                      <a:pt x="114830" y="187084"/>
                    </a:cubicBezTo>
                    <a:cubicBezTo>
                      <a:pt x="116347" y="191321"/>
                      <a:pt x="122457" y="189567"/>
                      <a:pt x="122279" y="185330"/>
                    </a:cubicBezTo>
                    <a:cubicBezTo>
                      <a:pt x="121476" y="167326"/>
                      <a:pt x="115812" y="148683"/>
                      <a:pt x="109597" y="131883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6"/>
              <p:cNvSpPr/>
              <p:nvPr/>
            </p:nvSpPr>
            <p:spPr>
              <a:xfrm flipH="1">
                <a:off x="6698115" y="1414322"/>
                <a:ext cx="43092" cy="114013"/>
              </a:xfrm>
              <a:custGeom>
                <a:avLst/>
                <a:gdLst/>
                <a:ahLst/>
                <a:cxnLst/>
                <a:rect l="l" t="t" r="r" b="b"/>
                <a:pathLst>
                  <a:path w="45480" h="120330" extrusionOk="0">
                    <a:moveTo>
                      <a:pt x="38782" y="1718"/>
                    </a:moveTo>
                    <a:cubicBezTo>
                      <a:pt x="23767" y="16748"/>
                      <a:pt x="13672" y="36150"/>
                      <a:pt x="7488" y="56383"/>
                    </a:cubicBezTo>
                    <a:cubicBezTo>
                      <a:pt x="1660" y="75428"/>
                      <a:pt x="-2518" y="98709"/>
                      <a:pt x="3622" y="118230"/>
                    </a:cubicBezTo>
                    <a:cubicBezTo>
                      <a:pt x="4767" y="121887"/>
                      <a:pt x="10446" y="121129"/>
                      <a:pt x="10967" y="117471"/>
                    </a:cubicBezTo>
                    <a:cubicBezTo>
                      <a:pt x="12320" y="107957"/>
                      <a:pt x="12349" y="98174"/>
                      <a:pt x="13479" y="88585"/>
                    </a:cubicBezTo>
                    <a:cubicBezTo>
                      <a:pt x="14624" y="78907"/>
                      <a:pt x="16512" y="69258"/>
                      <a:pt x="19292" y="59907"/>
                    </a:cubicBezTo>
                    <a:cubicBezTo>
                      <a:pt x="24912" y="40907"/>
                      <a:pt x="34441" y="23394"/>
                      <a:pt x="45250" y="6892"/>
                    </a:cubicBezTo>
                    <a:cubicBezTo>
                      <a:pt x="48208" y="2402"/>
                      <a:pt x="42559" y="-2073"/>
                      <a:pt x="38782" y="1718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6"/>
              <p:cNvSpPr/>
              <p:nvPr/>
            </p:nvSpPr>
            <p:spPr>
              <a:xfrm flipH="1">
                <a:off x="5994339" y="1825316"/>
                <a:ext cx="609258" cy="1188842"/>
              </a:xfrm>
              <a:custGeom>
                <a:avLst/>
                <a:gdLst/>
                <a:ahLst/>
                <a:cxnLst/>
                <a:rect l="l" t="t" r="r" b="b"/>
                <a:pathLst>
                  <a:path w="643016" h="1254715" extrusionOk="0">
                    <a:moveTo>
                      <a:pt x="331388" y="271883"/>
                    </a:moveTo>
                    <a:cubicBezTo>
                      <a:pt x="331388" y="271883"/>
                      <a:pt x="138669" y="609152"/>
                      <a:pt x="121141" y="668293"/>
                    </a:cubicBezTo>
                    <a:cubicBezTo>
                      <a:pt x="103628" y="727418"/>
                      <a:pt x="690" y="1053746"/>
                      <a:pt x="690" y="1053746"/>
                    </a:cubicBezTo>
                    <a:lnTo>
                      <a:pt x="230651" y="1255221"/>
                    </a:lnTo>
                    <a:cubicBezTo>
                      <a:pt x="230651" y="1255221"/>
                      <a:pt x="491267" y="946422"/>
                      <a:pt x="567920" y="755903"/>
                    </a:cubicBezTo>
                    <a:cubicBezTo>
                      <a:pt x="644559" y="565354"/>
                      <a:pt x="646759" y="534699"/>
                      <a:pt x="642373" y="477759"/>
                    </a:cubicBezTo>
                    <a:cubicBezTo>
                      <a:pt x="637988" y="420804"/>
                      <a:pt x="554778" y="234656"/>
                      <a:pt x="554778" y="234656"/>
                    </a:cubicBezTo>
                    <a:cubicBezTo>
                      <a:pt x="554778" y="234656"/>
                      <a:pt x="519722" y="175516"/>
                      <a:pt x="493452" y="144860"/>
                    </a:cubicBezTo>
                    <a:cubicBezTo>
                      <a:pt x="467167" y="114205"/>
                      <a:pt x="324817" y="-17203"/>
                      <a:pt x="300718" y="2510"/>
                    </a:cubicBezTo>
                    <a:cubicBezTo>
                      <a:pt x="276634" y="22224"/>
                      <a:pt x="281020" y="55065"/>
                      <a:pt x="281020" y="55065"/>
                    </a:cubicBezTo>
                    <a:cubicBezTo>
                      <a:pt x="281020" y="55065"/>
                      <a:pt x="232821" y="55065"/>
                      <a:pt x="270063" y="138304"/>
                    </a:cubicBezTo>
                    <a:cubicBezTo>
                      <a:pt x="270063" y="138304"/>
                      <a:pt x="226265" y="197430"/>
                      <a:pt x="331388" y="2718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6"/>
              <p:cNvSpPr/>
              <p:nvPr/>
            </p:nvSpPr>
            <p:spPr>
              <a:xfrm flipH="1">
                <a:off x="5954102" y="2897574"/>
                <a:ext cx="506749" cy="825015"/>
              </a:xfrm>
              <a:custGeom>
                <a:avLst/>
                <a:gdLst/>
                <a:ahLst/>
                <a:cxnLst/>
                <a:rect l="l" t="t" r="r" b="b"/>
                <a:pathLst>
                  <a:path w="534827" h="870728" extrusionOk="0">
                    <a:moveTo>
                      <a:pt x="191504" y="23765"/>
                    </a:moveTo>
                    <a:cubicBezTo>
                      <a:pt x="191504" y="23765"/>
                      <a:pt x="88581" y="71934"/>
                      <a:pt x="49154" y="150773"/>
                    </a:cubicBezTo>
                    <a:cubicBezTo>
                      <a:pt x="9742" y="229611"/>
                      <a:pt x="-34071" y="334750"/>
                      <a:pt x="165234" y="220855"/>
                    </a:cubicBezTo>
                    <a:cubicBezTo>
                      <a:pt x="165234" y="220855"/>
                      <a:pt x="18498" y="290937"/>
                      <a:pt x="3171" y="453016"/>
                    </a:cubicBezTo>
                    <a:cubicBezTo>
                      <a:pt x="-12157" y="615064"/>
                      <a:pt x="49154" y="720188"/>
                      <a:pt x="49154" y="720188"/>
                    </a:cubicBezTo>
                    <a:lnTo>
                      <a:pt x="31641" y="785885"/>
                    </a:lnTo>
                    <a:cubicBezTo>
                      <a:pt x="31641" y="785885"/>
                      <a:pt x="325098" y="899780"/>
                      <a:pt x="373281" y="864739"/>
                    </a:cubicBezTo>
                    <a:cubicBezTo>
                      <a:pt x="371096" y="853796"/>
                      <a:pt x="397365" y="702675"/>
                      <a:pt x="408322" y="687332"/>
                    </a:cubicBezTo>
                    <a:cubicBezTo>
                      <a:pt x="419279" y="672005"/>
                      <a:pt x="528773" y="490227"/>
                      <a:pt x="535345" y="433287"/>
                    </a:cubicBezTo>
                    <a:cubicBezTo>
                      <a:pt x="541916" y="376347"/>
                      <a:pt x="379852" y="117932"/>
                      <a:pt x="307585" y="100404"/>
                    </a:cubicBezTo>
                    <a:cubicBezTo>
                      <a:pt x="307585" y="100404"/>
                      <a:pt x="331669" y="69748"/>
                      <a:pt x="305384" y="21565"/>
                    </a:cubicBezTo>
                    <a:cubicBezTo>
                      <a:pt x="279114" y="-26619"/>
                      <a:pt x="191504" y="23765"/>
                      <a:pt x="191504" y="23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6"/>
              <p:cNvSpPr/>
              <p:nvPr/>
            </p:nvSpPr>
            <p:spPr>
              <a:xfrm flipH="1">
                <a:off x="6269314" y="1955839"/>
                <a:ext cx="76695" cy="97592"/>
              </a:xfrm>
              <a:custGeom>
                <a:avLst/>
                <a:gdLst/>
                <a:ahLst/>
                <a:cxnLst/>
                <a:rect l="l" t="t" r="r" b="b"/>
                <a:pathLst>
                  <a:path w="80945" h="102999" extrusionOk="0">
                    <a:moveTo>
                      <a:pt x="81154" y="97330"/>
                    </a:moveTo>
                    <a:cubicBezTo>
                      <a:pt x="76233" y="88812"/>
                      <a:pt x="69111" y="81705"/>
                      <a:pt x="62659" y="74331"/>
                    </a:cubicBezTo>
                    <a:cubicBezTo>
                      <a:pt x="55954" y="66675"/>
                      <a:pt x="49487" y="58810"/>
                      <a:pt x="43258" y="50767"/>
                    </a:cubicBezTo>
                    <a:cubicBezTo>
                      <a:pt x="30978" y="34889"/>
                      <a:pt x="20185" y="18001"/>
                      <a:pt x="8157" y="1959"/>
                    </a:cubicBezTo>
                    <a:cubicBezTo>
                      <a:pt x="5481" y="-1609"/>
                      <a:pt x="-926" y="1543"/>
                      <a:pt x="1066" y="5854"/>
                    </a:cubicBezTo>
                    <a:cubicBezTo>
                      <a:pt x="9689" y="24527"/>
                      <a:pt x="22058" y="41966"/>
                      <a:pt x="34576" y="58216"/>
                    </a:cubicBezTo>
                    <a:cubicBezTo>
                      <a:pt x="40790" y="66273"/>
                      <a:pt x="47242" y="74153"/>
                      <a:pt x="53932" y="81809"/>
                    </a:cubicBezTo>
                    <a:cubicBezTo>
                      <a:pt x="60741" y="89629"/>
                      <a:pt x="67744" y="97494"/>
                      <a:pt x="76679" y="102890"/>
                    </a:cubicBezTo>
                    <a:cubicBezTo>
                      <a:pt x="80217" y="105031"/>
                      <a:pt x="82729" y="100066"/>
                      <a:pt x="81154" y="97330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6"/>
              <p:cNvSpPr/>
              <p:nvPr/>
            </p:nvSpPr>
            <p:spPr>
              <a:xfrm flipH="1">
                <a:off x="6203736" y="1867586"/>
                <a:ext cx="137374" cy="560983"/>
              </a:xfrm>
              <a:custGeom>
                <a:avLst/>
                <a:gdLst/>
                <a:ahLst/>
                <a:cxnLst/>
                <a:rect l="l" t="t" r="r" b="b"/>
                <a:pathLst>
                  <a:path w="144986" h="592067" extrusionOk="0">
                    <a:moveTo>
                      <a:pt x="145294" y="199009"/>
                    </a:moveTo>
                    <a:cubicBezTo>
                      <a:pt x="141652" y="160118"/>
                      <a:pt x="105733" y="137371"/>
                      <a:pt x="81500" y="110908"/>
                    </a:cubicBezTo>
                    <a:cubicBezTo>
                      <a:pt x="52094" y="78796"/>
                      <a:pt x="26240" y="41599"/>
                      <a:pt x="7181" y="2410"/>
                    </a:cubicBezTo>
                    <a:cubicBezTo>
                      <a:pt x="5352" y="-1381"/>
                      <a:pt x="-713" y="804"/>
                      <a:pt x="996" y="4789"/>
                    </a:cubicBezTo>
                    <a:cubicBezTo>
                      <a:pt x="16175" y="40216"/>
                      <a:pt x="35190" y="72938"/>
                      <a:pt x="59780" y="102746"/>
                    </a:cubicBezTo>
                    <a:cubicBezTo>
                      <a:pt x="71822" y="117346"/>
                      <a:pt x="84905" y="130993"/>
                      <a:pt x="98627" y="144017"/>
                    </a:cubicBezTo>
                    <a:cubicBezTo>
                      <a:pt x="111294" y="156014"/>
                      <a:pt x="125789" y="169097"/>
                      <a:pt x="130888" y="186402"/>
                    </a:cubicBezTo>
                    <a:cubicBezTo>
                      <a:pt x="136716" y="206175"/>
                      <a:pt x="132063" y="227167"/>
                      <a:pt x="127602" y="246687"/>
                    </a:cubicBezTo>
                    <a:cubicBezTo>
                      <a:pt x="122667" y="268363"/>
                      <a:pt x="117701" y="290039"/>
                      <a:pt x="112765" y="311700"/>
                    </a:cubicBezTo>
                    <a:cubicBezTo>
                      <a:pt x="102938" y="354754"/>
                      <a:pt x="93126" y="397809"/>
                      <a:pt x="83344" y="440863"/>
                    </a:cubicBezTo>
                    <a:cubicBezTo>
                      <a:pt x="72209" y="489864"/>
                      <a:pt x="61564" y="538895"/>
                      <a:pt x="52228" y="588268"/>
                    </a:cubicBezTo>
                    <a:cubicBezTo>
                      <a:pt x="51306" y="593174"/>
                      <a:pt x="58516" y="594141"/>
                      <a:pt x="59750" y="589502"/>
                    </a:cubicBezTo>
                    <a:cubicBezTo>
                      <a:pt x="82898" y="502724"/>
                      <a:pt x="101957" y="414936"/>
                      <a:pt x="121864" y="327370"/>
                    </a:cubicBezTo>
                    <a:cubicBezTo>
                      <a:pt x="126874" y="305307"/>
                      <a:pt x="131914" y="283260"/>
                      <a:pt x="136894" y="261197"/>
                    </a:cubicBezTo>
                    <a:cubicBezTo>
                      <a:pt x="141473" y="240919"/>
                      <a:pt x="147242" y="219986"/>
                      <a:pt x="145294" y="199009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6"/>
              <p:cNvSpPr/>
              <p:nvPr/>
            </p:nvSpPr>
            <p:spPr>
              <a:xfrm flipH="1">
                <a:off x="6056905" y="2091484"/>
                <a:ext cx="30420" cy="280108"/>
              </a:xfrm>
              <a:custGeom>
                <a:avLst/>
                <a:gdLst/>
                <a:ahLst/>
                <a:cxnLst/>
                <a:rect l="l" t="t" r="r" b="b"/>
                <a:pathLst>
                  <a:path w="32106" h="295629" extrusionOk="0">
                    <a:moveTo>
                      <a:pt x="32524" y="67799"/>
                    </a:moveTo>
                    <a:cubicBezTo>
                      <a:pt x="31945" y="46375"/>
                      <a:pt x="30963" y="24328"/>
                      <a:pt x="26206" y="3336"/>
                    </a:cubicBezTo>
                    <a:cubicBezTo>
                      <a:pt x="25478" y="95"/>
                      <a:pt x="19888" y="-961"/>
                      <a:pt x="19694" y="3128"/>
                    </a:cubicBezTo>
                    <a:cubicBezTo>
                      <a:pt x="18877" y="21548"/>
                      <a:pt x="20051" y="40087"/>
                      <a:pt x="20363" y="58507"/>
                    </a:cubicBezTo>
                    <a:cubicBezTo>
                      <a:pt x="20690" y="77343"/>
                      <a:pt x="20750" y="96179"/>
                      <a:pt x="20170" y="115001"/>
                    </a:cubicBezTo>
                    <a:cubicBezTo>
                      <a:pt x="19010" y="152882"/>
                      <a:pt x="14996" y="190391"/>
                      <a:pt x="10120" y="227944"/>
                    </a:cubicBezTo>
                    <a:cubicBezTo>
                      <a:pt x="7340" y="249367"/>
                      <a:pt x="3608" y="270672"/>
                      <a:pt x="769" y="292080"/>
                    </a:cubicBezTo>
                    <a:cubicBezTo>
                      <a:pt x="293" y="295767"/>
                      <a:pt x="6091" y="297908"/>
                      <a:pt x="7310" y="294042"/>
                    </a:cubicBezTo>
                    <a:cubicBezTo>
                      <a:pt x="18728" y="257856"/>
                      <a:pt x="24511" y="219872"/>
                      <a:pt x="28272" y="182199"/>
                    </a:cubicBezTo>
                    <a:cubicBezTo>
                      <a:pt x="32079" y="144214"/>
                      <a:pt x="33565" y="105977"/>
                      <a:pt x="32524" y="67799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6"/>
              <p:cNvSpPr/>
              <p:nvPr/>
            </p:nvSpPr>
            <p:spPr>
              <a:xfrm flipH="1">
                <a:off x="6285669" y="2708827"/>
                <a:ext cx="106304" cy="287573"/>
              </a:xfrm>
              <a:custGeom>
                <a:avLst/>
                <a:gdLst/>
                <a:ahLst/>
                <a:cxnLst/>
                <a:rect l="l" t="t" r="r" b="b"/>
                <a:pathLst>
                  <a:path w="112194" h="303507" extrusionOk="0">
                    <a:moveTo>
                      <a:pt x="105828" y="58695"/>
                    </a:moveTo>
                    <a:cubicBezTo>
                      <a:pt x="109486" y="40736"/>
                      <a:pt x="112682" y="22048"/>
                      <a:pt x="112875" y="3688"/>
                    </a:cubicBezTo>
                    <a:cubicBezTo>
                      <a:pt x="112905" y="-534"/>
                      <a:pt x="106676" y="-237"/>
                      <a:pt x="105813" y="3450"/>
                    </a:cubicBezTo>
                    <a:cubicBezTo>
                      <a:pt x="102231" y="18986"/>
                      <a:pt x="99792" y="34804"/>
                      <a:pt x="96358" y="50355"/>
                    </a:cubicBezTo>
                    <a:cubicBezTo>
                      <a:pt x="92909" y="65920"/>
                      <a:pt x="89058" y="81427"/>
                      <a:pt x="84569" y="96739"/>
                    </a:cubicBezTo>
                    <a:cubicBezTo>
                      <a:pt x="75515" y="127677"/>
                      <a:pt x="63621" y="157857"/>
                      <a:pt x="49810" y="186981"/>
                    </a:cubicBezTo>
                    <a:cubicBezTo>
                      <a:pt x="49929" y="186342"/>
                      <a:pt x="50048" y="185703"/>
                      <a:pt x="50152" y="185064"/>
                    </a:cubicBezTo>
                    <a:cubicBezTo>
                      <a:pt x="53096" y="167654"/>
                      <a:pt x="55192" y="150052"/>
                      <a:pt x="56545" y="132450"/>
                    </a:cubicBezTo>
                    <a:cubicBezTo>
                      <a:pt x="57898" y="114713"/>
                      <a:pt x="59206" y="95877"/>
                      <a:pt x="56693" y="78201"/>
                    </a:cubicBezTo>
                    <a:cubicBezTo>
                      <a:pt x="56113" y="74142"/>
                      <a:pt x="49855" y="73607"/>
                      <a:pt x="49275" y="77963"/>
                    </a:cubicBezTo>
                    <a:cubicBezTo>
                      <a:pt x="46985" y="95342"/>
                      <a:pt x="46971" y="113167"/>
                      <a:pt x="45543" y="130636"/>
                    </a:cubicBezTo>
                    <a:cubicBezTo>
                      <a:pt x="44101" y="148268"/>
                      <a:pt x="41916" y="165796"/>
                      <a:pt x="39076" y="183250"/>
                    </a:cubicBezTo>
                    <a:cubicBezTo>
                      <a:pt x="36816" y="197120"/>
                      <a:pt x="34006" y="210828"/>
                      <a:pt x="30885" y="224475"/>
                    </a:cubicBezTo>
                    <a:cubicBezTo>
                      <a:pt x="28892" y="228192"/>
                      <a:pt x="26975" y="231968"/>
                      <a:pt x="24923" y="235640"/>
                    </a:cubicBezTo>
                    <a:cubicBezTo>
                      <a:pt x="23852" y="237573"/>
                      <a:pt x="25384" y="239491"/>
                      <a:pt x="27183" y="239967"/>
                    </a:cubicBezTo>
                    <a:cubicBezTo>
                      <a:pt x="23496" y="254952"/>
                      <a:pt x="19526" y="269894"/>
                      <a:pt x="15542" y="284835"/>
                    </a:cubicBezTo>
                    <a:cubicBezTo>
                      <a:pt x="11022" y="288537"/>
                      <a:pt x="6547" y="292313"/>
                      <a:pt x="2251" y="296297"/>
                    </a:cubicBezTo>
                    <a:cubicBezTo>
                      <a:pt x="-1763" y="300029"/>
                      <a:pt x="2637" y="306407"/>
                      <a:pt x="7410" y="303270"/>
                    </a:cubicBezTo>
                    <a:cubicBezTo>
                      <a:pt x="16166" y="297516"/>
                      <a:pt x="24418" y="291124"/>
                      <a:pt x="32698" y="284686"/>
                    </a:cubicBezTo>
                    <a:cubicBezTo>
                      <a:pt x="36697" y="281579"/>
                      <a:pt x="40697" y="278457"/>
                      <a:pt x="44711" y="275350"/>
                    </a:cubicBezTo>
                    <a:cubicBezTo>
                      <a:pt x="46837" y="273700"/>
                      <a:pt x="48948" y="272035"/>
                      <a:pt x="51059" y="270340"/>
                    </a:cubicBezTo>
                    <a:cubicBezTo>
                      <a:pt x="52159" y="269477"/>
                      <a:pt x="53319" y="268645"/>
                      <a:pt x="54225" y="267560"/>
                    </a:cubicBezTo>
                    <a:cubicBezTo>
                      <a:pt x="55177" y="266400"/>
                      <a:pt x="55549" y="265077"/>
                      <a:pt x="56099" y="263694"/>
                    </a:cubicBezTo>
                    <a:cubicBezTo>
                      <a:pt x="57080" y="261241"/>
                      <a:pt x="55236" y="258149"/>
                      <a:pt x="52382" y="258550"/>
                    </a:cubicBezTo>
                    <a:cubicBezTo>
                      <a:pt x="51148" y="258714"/>
                      <a:pt x="49825" y="258714"/>
                      <a:pt x="48636" y="259145"/>
                    </a:cubicBezTo>
                    <a:cubicBezTo>
                      <a:pt x="47312" y="259636"/>
                      <a:pt x="46168" y="260557"/>
                      <a:pt x="45053" y="261405"/>
                    </a:cubicBezTo>
                    <a:cubicBezTo>
                      <a:pt x="42927" y="263055"/>
                      <a:pt x="40801" y="264705"/>
                      <a:pt x="38690" y="266400"/>
                    </a:cubicBezTo>
                    <a:cubicBezTo>
                      <a:pt x="34646" y="269596"/>
                      <a:pt x="30602" y="272778"/>
                      <a:pt x="26558" y="275974"/>
                    </a:cubicBezTo>
                    <a:cubicBezTo>
                      <a:pt x="33739" y="257197"/>
                      <a:pt x="39269" y="237707"/>
                      <a:pt x="43715" y="218038"/>
                    </a:cubicBezTo>
                    <a:cubicBezTo>
                      <a:pt x="73419" y="169156"/>
                      <a:pt x="94455" y="114713"/>
                      <a:pt x="105828" y="58695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6"/>
              <p:cNvSpPr/>
              <p:nvPr/>
            </p:nvSpPr>
            <p:spPr>
              <a:xfrm flipH="1">
                <a:off x="5998759" y="2995346"/>
                <a:ext cx="458203" cy="558246"/>
              </a:xfrm>
              <a:custGeom>
                <a:avLst/>
                <a:gdLst/>
                <a:ahLst/>
                <a:cxnLst/>
                <a:rect l="l" t="t" r="r" b="b"/>
                <a:pathLst>
                  <a:path w="483592" h="589178" extrusionOk="0">
                    <a:moveTo>
                      <a:pt x="478588" y="322525"/>
                    </a:moveTo>
                    <a:cubicBezTo>
                      <a:pt x="468924" y="329721"/>
                      <a:pt x="460227" y="338477"/>
                      <a:pt x="451010" y="346238"/>
                    </a:cubicBezTo>
                    <a:cubicBezTo>
                      <a:pt x="441703" y="354087"/>
                      <a:pt x="432218" y="361744"/>
                      <a:pt x="422495" y="369088"/>
                    </a:cubicBezTo>
                    <a:cubicBezTo>
                      <a:pt x="403495" y="383420"/>
                      <a:pt x="383544" y="396443"/>
                      <a:pt x="362701" y="407950"/>
                    </a:cubicBezTo>
                    <a:cubicBezTo>
                      <a:pt x="320657" y="431142"/>
                      <a:pt x="274481" y="449354"/>
                      <a:pt x="227412" y="459226"/>
                    </a:cubicBezTo>
                    <a:cubicBezTo>
                      <a:pt x="214790" y="461857"/>
                      <a:pt x="198690" y="464370"/>
                      <a:pt x="187406" y="456371"/>
                    </a:cubicBezTo>
                    <a:cubicBezTo>
                      <a:pt x="178827" y="450306"/>
                      <a:pt x="173133" y="437832"/>
                      <a:pt x="179154" y="428214"/>
                    </a:cubicBezTo>
                    <a:cubicBezTo>
                      <a:pt x="179586" y="427530"/>
                      <a:pt x="179719" y="426861"/>
                      <a:pt x="179734" y="426221"/>
                    </a:cubicBezTo>
                    <a:cubicBezTo>
                      <a:pt x="190141" y="420646"/>
                      <a:pt x="200072" y="414313"/>
                      <a:pt x="209260" y="408143"/>
                    </a:cubicBezTo>
                    <a:cubicBezTo>
                      <a:pt x="249609" y="381130"/>
                      <a:pt x="288738" y="352065"/>
                      <a:pt x="323720" y="318258"/>
                    </a:cubicBezTo>
                    <a:cubicBezTo>
                      <a:pt x="356174" y="286904"/>
                      <a:pt x="391706" y="248637"/>
                      <a:pt x="395006" y="201212"/>
                    </a:cubicBezTo>
                    <a:cubicBezTo>
                      <a:pt x="396656" y="177424"/>
                      <a:pt x="390085" y="153102"/>
                      <a:pt x="372453" y="136333"/>
                    </a:cubicBezTo>
                    <a:cubicBezTo>
                      <a:pt x="356352" y="121020"/>
                      <a:pt x="333681" y="114612"/>
                      <a:pt x="312391" y="121852"/>
                    </a:cubicBezTo>
                    <a:cubicBezTo>
                      <a:pt x="306489" y="123859"/>
                      <a:pt x="309998" y="132348"/>
                      <a:pt x="315810" y="130772"/>
                    </a:cubicBezTo>
                    <a:cubicBezTo>
                      <a:pt x="332075" y="126342"/>
                      <a:pt x="350302" y="132854"/>
                      <a:pt x="362701" y="143573"/>
                    </a:cubicBezTo>
                    <a:cubicBezTo>
                      <a:pt x="377359" y="156269"/>
                      <a:pt x="383484" y="175626"/>
                      <a:pt x="383336" y="194581"/>
                    </a:cubicBezTo>
                    <a:cubicBezTo>
                      <a:pt x="383024" y="237040"/>
                      <a:pt x="352710" y="271903"/>
                      <a:pt x="324627" y="300552"/>
                    </a:cubicBezTo>
                    <a:cubicBezTo>
                      <a:pt x="294715" y="331029"/>
                      <a:pt x="261056" y="357640"/>
                      <a:pt x="226223" y="382230"/>
                    </a:cubicBezTo>
                    <a:cubicBezTo>
                      <a:pt x="209022" y="394377"/>
                      <a:pt x="191657" y="406939"/>
                      <a:pt x="173104" y="416959"/>
                    </a:cubicBezTo>
                    <a:cubicBezTo>
                      <a:pt x="156022" y="426177"/>
                      <a:pt x="136858" y="433120"/>
                      <a:pt x="117175" y="431410"/>
                    </a:cubicBezTo>
                    <a:cubicBezTo>
                      <a:pt x="98457" y="429760"/>
                      <a:pt x="78848" y="420706"/>
                      <a:pt x="71875" y="402107"/>
                    </a:cubicBezTo>
                    <a:cubicBezTo>
                      <a:pt x="65973" y="386348"/>
                      <a:pt x="69838" y="367586"/>
                      <a:pt x="83813" y="357477"/>
                    </a:cubicBezTo>
                    <a:cubicBezTo>
                      <a:pt x="85820" y="356020"/>
                      <a:pt x="85151" y="353151"/>
                      <a:pt x="83456" y="352021"/>
                    </a:cubicBezTo>
                    <a:cubicBezTo>
                      <a:pt x="85464" y="351233"/>
                      <a:pt x="87441" y="350371"/>
                      <a:pt x="89374" y="349449"/>
                    </a:cubicBezTo>
                    <a:cubicBezTo>
                      <a:pt x="106411" y="341421"/>
                      <a:pt x="121337" y="329810"/>
                      <a:pt x="135743" y="317827"/>
                    </a:cubicBezTo>
                    <a:cubicBezTo>
                      <a:pt x="149748" y="306172"/>
                      <a:pt x="163618" y="294323"/>
                      <a:pt x="177192" y="282161"/>
                    </a:cubicBezTo>
                    <a:cubicBezTo>
                      <a:pt x="230133" y="234692"/>
                      <a:pt x="280546" y="180145"/>
                      <a:pt x="305062" y="112144"/>
                    </a:cubicBezTo>
                    <a:cubicBezTo>
                      <a:pt x="312034" y="92802"/>
                      <a:pt x="317951" y="69759"/>
                      <a:pt x="308972" y="50045"/>
                    </a:cubicBezTo>
                    <a:cubicBezTo>
                      <a:pt x="303649" y="38330"/>
                      <a:pt x="292395" y="28176"/>
                      <a:pt x="279625" y="25797"/>
                    </a:cubicBezTo>
                    <a:cubicBezTo>
                      <a:pt x="285943" y="19509"/>
                      <a:pt x="292024" y="13012"/>
                      <a:pt x="297777" y="6218"/>
                    </a:cubicBezTo>
                    <a:cubicBezTo>
                      <a:pt x="300260" y="3289"/>
                      <a:pt x="296186" y="-963"/>
                      <a:pt x="293124" y="1371"/>
                    </a:cubicBezTo>
                    <a:cubicBezTo>
                      <a:pt x="266170" y="21947"/>
                      <a:pt x="241476" y="45451"/>
                      <a:pt x="215132" y="66874"/>
                    </a:cubicBezTo>
                    <a:cubicBezTo>
                      <a:pt x="202198" y="77385"/>
                      <a:pt x="189041" y="87658"/>
                      <a:pt x="175809" y="97798"/>
                    </a:cubicBezTo>
                    <a:cubicBezTo>
                      <a:pt x="162102" y="108294"/>
                      <a:pt x="147785" y="118477"/>
                      <a:pt x="134985" y="130074"/>
                    </a:cubicBezTo>
                    <a:cubicBezTo>
                      <a:pt x="132621" y="132214"/>
                      <a:pt x="134554" y="137180"/>
                      <a:pt x="137929" y="135455"/>
                    </a:cubicBezTo>
                    <a:cubicBezTo>
                      <a:pt x="153004" y="127784"/>
                      <a:pt x="167053" y="117719"/>
                      <a:pt x="180716" y="107818"/>
                    </a:cubicBezTo>
                    <a:cubicBezTo>
                      <a:pt x="194765" y="97649"/>
                      <a:pt x="208427" y="86960"/>
                      <a:pt x="221897" y="76032"/>
                    </a:cubicBezTo>
                    <a:cubicBezTo>
                      <a:pt x="239261" y="61968"/>
                      <a:pt x="256759" y="47696"/>
                      <a:pt x="273009" y="32235"/>
                    </a:cubicBezTo>
                    <a:cubicBezTo>
                      <a:pt x="286449" y="33974"/>
                      <a:pt x="296662" y="45496"/>
                      <a:pt x="300230" y="58415"/>
                    </a:cubicBezTo>
                    <a:cubicBezTo>
                      <a:pt x="305077" y="76032"/>
                      <a:pt x="298937" y="95018"/>
                      <a:pt x="292648" y="111445"/>
                    </a:cubicBezTo>
                    <a:cubicBezTo>
                      <a:pt x="281171" y="141447"/>
                      <a:pt x="264475" y="169054"/>
                      <a:pt x="244777" y="194328"/>
                    </a:cubicBezTo>
                    <a:cubicBezTo>
                      <a:pt x="224602" y="220226"/>
                      <a:pt x="201529" y="243716"/>
                      <a:pt x="177356" y="265853"/>
                    </a:cubicBezTo>
                    <a:cubicBezTo>
                      <a:pt x="165254" y="276928"/>
                      <a:pt x="152855" y="287722"/>
                      <a:pt x="140337" y="298322"/>
                    </a:cubicBezTo>
                    <a:cubicBezTo>
                      <a:pt x="127730" y="309026"/>
                      <a:pt x="115123" y="319938"/>
                      <a:pt x="101297" y="329081"/>
                    </a:cubicBezTo>
                    <a:cubicBezTo>
                      <a:pt x="86356" y="338953"/>
                      <a:pt x="69630" y="346386"/>
                      <a:pt x="51493" y="346922"/>
                    </a:cubicBezTo>
                    <a:cubicBezTo>
                      <a:pt x="36061" y="347382"/>
                      <a:pt x="18815" y="342506"/>
                      <a:pt x="7710" y="331430"/>
                    </a:cubicBezTo>
                    <a:cubicBezTo>
                      <a:pt x="4290" y="328026"/>
                      <a:pt x="-1508" y="333601"/>
                      <a:pt x="1585" y="337318"/>
                    </a:cubicBezTo>
                    <a:cubicBezTo>
                      <a:pt x="11843" y="349642"/>
                      <a:pt x="25030" y="356555"/>
                      <a:pt x="40997" y="358310"/>
                    </a:cubicBezTo>
                    <a:cubicBezTo>
                      <a:pt x="52875" y="359603"/>
                      <a:pt x="64724" y="358131"/>
                      <a:pt x="76023" y="354623"/>
                    </a:cubicBezTo>
                    <a:cubicBezTo>
                      <a:pt x="64174" y="362844"/>
                      <a:pt x="59030" y="377577"/>
                      <a:pt x="59744" y="392013"/>
                    </a:cubicBezTo>
                    <a:cubicBezTo>
                      <a:pt x="60651" y="410700"/>
                      <a:pt x="71860" y="426206"/>
                      <a:pt x="88155" y="434889"/>
                    </a:cubicBezTo>
                    <a:cubicBezTo>
                      <a:pt x="115049" y="449220"/>
                      <a:pt x="143340" y="443511"/>
                      <a:pt x="169327" y="431440"/>
                    </a:cubicBezTo>
                    <a:cubicBezTo>
                      <a:pt x="166964" y="437892"/>
                      <a:pt x="167528" y="445459"/>
                      <a:pt x="170383" y="451733"/>
                    </a:cubicBezTo>
                    <a:cubicBezTo>
                      <a:pt x="175051" y="462006"/>
                      <a:pt x="183704" y="468785"/>
                      <a:pt x="194527" y="471699"/>
                    </a:cubicBezTo>
                    <a:cubicBezTo>
                      <a:pt x="208070" y="475326"/>
                      <a:pt x="222328" y="472576"/>
                      <a:pt x="235678" y="469454"/>
                    </a:cubicBezTo>
                    <a:cubicBezTo>
                      <a:pt x="248374" y="466496"/>
                      <a:pt x="260967" y="463091"/>
                      <a:pt x="273410" y="459226"/>
                    </a:cubicBezTo>
                    <a:cubicBezTo>
                      <a:pt x="283862" y="455955"/>
                      <a:pt x="294179" y="452283"/>
                      <a:pt x="304408" y="448358"/>
                    </a:cubicBezTo>
                    <a:cubicBezTo>
                      <a:pt x="300944" y="452387"/>
                      <a:pt x="297584" y="456475"/>
                      <a:pt x="294432" y="460742"/>
                    </a:cubicBezTo>
                    <a:cubicBezTo>
                      <a:pt x="285423" y="473007"/>
                      <a:pt x="277395" y="486060"/>
                      <a:pt x="270541" y="499649"/>
                    </a:cubicBezTo>
                    <a:cubicBezTo>
                      <a:pt x="263702" y="513267"/>
                      <a:pt x="257949" y="527450"/>
                      <a:pt x="253622" y="542049"/>
                    </a:cubicBezTo>
                    <a:cubicBezTo>
                      <a:pt x="249460" y="556098"/>
                      <a:pt x="245579" y="571679"/>
                      <a:pt x="246100" y="586441"/>
                    </a:cubicBezTo>
                    <a:cubicBezTo>
                      <a:pt x="246248" y="590143"/>
                      <a:pt x="252270" y="591318"/>
                      <a:pt x="253444" y="587631"/>
                    </a:cubicBezTo>
                    <a:cubicBezTo>
                      <a:pt x="257875" y="573775"/>
                      <a:pt x="260432" y="559324"/>
                      <a:pt x="264951" y="545439"/>
                    </a:cubicBezTo>
                    <a:cubicBezTo>
                      <a:pt x="269411" y="531702"/>
                      <a:pt x="274733" y="518277"/>
                      <a:pt x="281186" y="505358"/>
                    </a:cubicBezTo>
                    <a:cubicBezTo>
                      <a:pt x="287682" y="492379"/>
                      <a:pt x="295190" y="479935"/>
                      <a:pt x="303724" y="468190"/>
                    </a:cubicBezTo>
                    <a:cubicBezTo>
                      <a:pt x="307887" y="462481"/>
                      <a:pt x="312183" y="456877"/>
                      <a:pt x="316673" y="451406"/>
                    </a:cubicBezTo>
                    <a:cubicBezTo>
                      <a:pt x="320181" y="447154"/>
                      <a:pt x="324151" y="443140"/>
                      <a:pt x="327660" y="438829"/>
                    </a:cubicBezTo>
                    <a:cubicBezTo>
                      <a:pt x="358954" y="425032"/>
                      <a:pt x="388881" y="408128"/>
                      <a:pt x="416757" y="388355"/>
                    </a:cubicBezTo>
                    <a:cubicBezTo>
                      <a:pt x="428888" y="379733"/>
                      <a:pt x="440573" y="370545"/>
                      <a:pt x="451738" y="360718"/>
                    </a:cubicBezTo>
                    <a:cubicBezTo>
                      <a:pt x="462948" y="350861"/>
                      <a:pt x="475064" y="340053"/>
                      <a:pt x="483613" y="327758"/>
                    </a:cubicBezTo>
                    <a:cubicBezTo>
                      <a:pt x="485887" y="324473"/>
                      <a:pt x="482066" y="319953"/>
                      <a:pt x="478588" y="322525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6"/>
              <p:cNvSpPr/>
              <p:nvPr/>
            </p:nvSpPr>
            <p:spPr>
              <a:xfrm flipH="1">
                <a:off x="6307523" y="3575744"/>
                <a:ext cx="107364" cy="60299"/>
              </a:xfrm>
              <a:custGeom>
                <a:avLst/>
                <a:gdLst/>
                <a:ahLst/>
                <a:cxnLst/>
                <a:rect l="l" t="t" r="r" b="b"/>
                <a:pathLst>
                  <a:path w="113313" h="63640" extrusionOk="0">
                    <a:moveTo>
                      <a:pt x="112525" y="57440"/>
                    </a:moveTo>
                    <a:cubicBezTo>
                      <a:pt x="103962" y="52237"/>
                      <a:pt x="94417" y="49620"/>
                      <a:pt x="85125" y="45978"/>
                    </a:cubicBezTo>
                    <a:cubicBezTo>
                      <a:pt x="75625" y="42246"/>
                      <a:pt x="66349" y="37980"/>
                      <a:pt x="57280" y="33267"/>
                    </a:cubicBezTo>
                    <a:cubicBezTo>
                      <a:pt x="56893" y="33074"/>
                      <a:pt x="56507" y="32836"/>
                      <a:pt x="56105" y="32613"/>
                    </a:cubicBezTo>
                    <a:cubicBezTo>
                      <a:pt x="60714" y="32256"/>
                      <a:pt x="65337" y="31825"/>
                      <a:pt x="69946" y="31200"/>
                    </a:cubicBezTo>
                    <a:cubicBezTo>
                      <a:pt x="83029" y="29461"/>
                      <a:pt x="96885" y="27320"/>
                      <a:pt x="109046" y="21968"/>
                    </a:cubicBezTo>
                    <a:cubicBezTo>
                      <a:pt x="112451" y="20466"/>
                      <a:pt x="111440" y="14936"/>
                      <a:pt x="107485" y="15397"/>
                    </a:cubicBezTo>
                    <a:cubicBezTo>
                      <a:pt x="94358" y="16943"/>
                      <a:pt x="81423" y="20511"/>
                      <a:pt x="68355" y="22578"/>
                    </a:cubicBezTo>
                    <a:cubicBezTo>
                      <a:pt x="60119" y="23871"/>
                      <a:pt x="51809" y="24808"/>
                      <a:pt x="43498" y="25610"/>
                    </a:cubicBezTo>
                    <a:cubicBezTo>
                      <a:pt x="39395" y="23187"/>
                      <a:pt x="35336" y="20675"/>
                      <a:pt x="31352" y="18073"/>
                    </a:cubicBezTo>
                    <a:cubicBezTo>
                      <a:pt x="22774" y="12513"/>
                      <a:pt x="14552" y="6224"/>
                      <a:pt x="5677" y="1169"/>
                    </a:cubicBezTo>
                    <a:cubicBezTo>
                      <a:pt x="2570" y="-585"/>
                      <a:pt x="-805" y="3890"/>
                      <a:pt x="1365" y="6536"/>
                    </a:cubicBezTo>
                    <a:cubicBezTo>
                      <a:pt x="8249" y="14906"/>
                      <a:pt x="16931" y="22028"/>
                      <a:pt x="26208" y="28331"/>
                    </a:cubicBezTo>
                    <a:cubicBezTo>
                      <a:pt x="25167" y="30264"/>
                      <a:pt x="26416" y="33386"/>
                      <a:pt x="29345" y="33445"/>
                    </a:cubicBezTo>
                    <a:cubicBezTo>
                      <a:pt x="30950" y="33475"/>
                      <a:pt x="32541" y="33445"/>
                      <a:pt x="34147" y="33460"/>
                    </a:cubicBezTo>
                    <a:cubicBezTo>
                      <a:pt x="40004" y="37043"/>
                      <a:pt x="45951" y="40388"/>
                      <a:pt x="51749" y="43495"/>
                    </a:cubicBezTo>
                    <a:cubicBezTo>
                      <a:pt x="60996" y="48476"/>
                      <a:pt x="70585" y="52861"/>
                      <a:pt x="80353" y="56727"/>
                    </a:cubicBezTo>
                    <a:cubicBezTo>
                      <a:pt x="90091" y="60562"/>
                      <a:pt x="99873" y="64398"/>
                      <a:pt x="110443" y="64413"/>
                    </a:cubicBezTo>
                    <a:cubicBezTo>
                      <a:pt x="113699" y="64413"/>
                      <a:pt x="115394" y="59195"/>
                      <a:pt x="112525" y="57440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6"/>
              <p:cNvSpPr/>
              <p:nvPr/>
            </p:nvSpPr>
            <p:spPr>
              <a:xfrm flipH="1">
                <a:off x="6739284" y="2175883"/>
                <a:ext cx="852477" cy="767311"/>
              </a:xfrm>
              <a:custGeom>
                <a:avLst/>
                <a:gdLst/>
                <a:ahLst/>
                <a:cxnLst/>
                <a:rect l="l" t="t" r="r" b="b"/>
                <a:pathLst>
                  <a:path w="899712" h="809827" extrusionOk="0">
                    <a:moveTo>
                      <a:pt x="900207" y="810364"/>
                    </a:moveTo>
                    <a:cubicBezTo>
                      <a:pt x="900207" y="810364"/>
                      <a:pt x="534468" y="523449"/>
                      <a:pt x="339549" y="357000"/>
                    </a:cubicBezTo>
                    <a:cubicBezTo>
                      <a:pt x="190701" y="229918"/>
                      <a:pt x="55904" y="104040"/>
                      <a:pt x="495" y="51679"/>
                    </a:cubicBezTo>
                    <a:cubicBezTo>
                      <a:pt x="73566" y="18303"/>
                      <a:pt x="122165" y="537"/>
                      <a:pt x="122165" y="537"/>
                    </a:cubicBezTo>
                    <a:cubicBezTo>
                      <a:pt x="166513" y="10408"/>
                      <a:pt x="772635" y="606659"/>
                      <a:pt x="777541" y="577059"/>
                    </a:cubicBezTo>
                    <a:cubicBezTo>
                      <a:pt x="782491" y="547503"/>
                      <a:pt x="698702" y="138546"/>
                      <a:pt x="698702" y="138546"/>
                    </a:cubicBezTo>
                    <a:cubicBezTo>
                      <a:pt x="729952" y="144359"/>
                      <a:pt x="765320" y="157100"/>
                      <a:pt x="802993" y="174658"/>
                    </a:cubicBezTo>
                    <a:cubicBezTo>
                      <a:pt x="853347" y="326924"/>
                      <a:pt x="900207" y="810364"/>
                      <a:pt x="900207" y="8103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6"/>
              <p:cNvSpPr/>
              <p:nvPr/>
            </p:nvSpPr>
            <p:spPr>
              <a:xfrm flipH="1">
                <a:off x="6967137" y="3350969"/>
                <a:ext cx="952462" cy="700345"/>
              </a:xfrm>
              <a:custGeom>
                <a:avLst/>
                <a:gdLst/>
                <a:ahLst/>
                <a:cxnLst/>
                <a:rect l="l" t="t" r="r" b="b"/>
                <a:pathLst>
                  <a:path w="1005237" h="739150" extrusionOk="0">
                    <a:moveTo>
                      <a:pt x="432" y="597044"/>
                    </a:moveTo>
                    <a:lnTo>
                      <a:pt x="84207" y="739944"/>
                    </a:lnTo>
                    <a:cubicBezTo>
                      <a:pt x="84207" y="739944"/>
                      <a:pt x="552320" y="434415"/>
                      <a:pt x="690299" y="350641"/>
                    </a:cubicBezTo>
                    <a:cubicBezTo>
                      <a:pt x="828278" y="266895"/>
                      <a:pt x="941608" y="153551"/>
                      <a:pt x="941608" y="153551"/>
                    </a:cubicBezTo>
                    <a:lnTo>
                      <a:pt x="1005670" y="40221"/>
                    </a:lnTo>
                    <a:lnTo>
                      <a:pt x="966243" y="794"/>
                    </a:lnTo>
                    <a:cubicBezTo>
                      <a:pt x="966243" y="794"/>
                      <a:pt x="448847" y="207755"/>
                      <a:pt x="432" y="59704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6"/>
              <p:cNvSpPr/>
              <p:nvPr/>
            </p:nvSpPr>
            <p:spPr>
              <a:xfrm flipH="1">
                <a:off x="7041861" y="2446637"/>
                <a:ext cx="600239" cy="855939"/>
              </a:xfrm>
              <a:custGeom>
                <a:avLst/>
                <a:gdLst/>
                <a:ahLst/>
                <a:cxnLst/>
                <a:rect l="l" t="t" r="r" b="b"/>
                <a:pathLst>
                  <a:path w="633498" h="903366" extrusionOk="0">
                    <a:moveTo>
                      <a:pt x="633578" y="897991"/>
                    </a:moveTo>
                    <a:cubicBezTo>
                      <a:pt x="617581" y="862177"/>
                      <a:pt x="596470" y="828444"/>
                      <a:pt x="577083" y="794384"/>
                    </a:cubicBezTo>
                    <a:cubicBezTo>
                      <a:pt x="557697" y="760295"/>
                      <a:pt x="538192" y="726264"/>
                      <a:pt x="518553" y="692294"/>
                    </a:cubicBezTo>
                    <a:cubicBezTo>
                      <a:pt x="479081" y="624099"/>
                      <a:pt x="439149" y="556173"/>
                      <a:pt x="398741" y="488529"/>
                    </a:cubicBezTo>
                    <a:cubicBezTo>
                      <a:pt x="358347" y="420899"/>
                      <a:pt x="317434" y="353537"/>
                      <a:pt x="276059" y="286488"/>
                    </a:cubicBezTo>
                    <a:cubicBezTo>
                      <a:pt x="240766" y="229266"/>
                      <a:pt x="206795" y="170214"/>
                      <a:pt x="164766" y="117556"/>
                    </a:cubicBezTo>
                    <a:cubicBezTo>
                      <a:pt x="127257" y="70577"/>
                      <a:pt x="82344" y="28816"/>
                      <a:pt x="25270" y="7467"/>
                    </a:cubicBezTo>
                    <a:cubicBezTo>
                      <a:pt x="18402" y="4910"/>
                      <a:pt x="11400" y="2695"/>
                      <a:pt x="4338" y="717"/>
                    </a:cubicBezTo>
                    <a:cubicBezTo>
                      <a:pt x="681" y="-294"/>
                      <a:pt x="-1237" y="5995"/>
                      <a:pt x="2420" y="7125"/>
                    </a:cubicBezTo>
                    <a:cubicBezTo>
                      <a:pt x="60044" y="24742"/>
                      <a:pt x="107350" y="65715"/>
                      <a:pt x="145172" y="111371"/>
                    </a:cubicBezTo>
                    <a:cubicBezTo>
                      <a:pt x="186814" y="161651"/>
                      <a:pt x="220101" y="218264"/>
                      <a:pt x="254279" y="273673"/>
                    </a:cubicBezTo>
                    <a:cubicBezTo>
                      <a:pt x="295282" y="340142"/>
                      <a:pt x="335809" y="406895"/>
                      <a:pt x="375905" y="473914"/>
                    </a:cubicBezTo>
                    <a:cubicBezTo>
                      <a:pt x="415823" y="540607"/>
                      <a:pt x="455294" y="607597"/>
                      <a:pt x="494290" y="674855"/>
                    </a:cubicBezTo>
                    <a:cubicBezTo>
                      <a:pt x="533286" y="742083"/>
                      <a:pt x="571122" y="810009"/>
                      <a:pt x="610073" y="877267"/>
                    </a:cubicBezTo>
                    <a:cubicBezTo>
                      <a:pt x="615024" y="885815"/>
                      <a:pt x="620287" y="894082"/>
                      <a:pt x="625876" y="902228"/>
                    </a:cubicBezTo>
                    <a:cubicBezTo>
                      <a:pt x="628656" y="906287"/>
                      <a:pt x="635644" y="902600"/>
                      <a:pt x="633578" y="897991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6"/>
              <p:cNvSpPr/>
              <p:nvPr/>
            </p:nvSpPr>
            <p:spPr>
              <a:xfrm flipH="1">
                <a:off x="7915144" y="3805036"/>
                <a:ext cx="63741" cy="113548"/>
              </a:xfrm>
              <a:custGeom>
                <a:avLst/>
                <a:gdLst/>
                <a:ahLst/>
                <a:cxnLst/>
                <a:rect l="l" t="t" r="r" b="b"/>
                <a:pathLst>
                  <a:path w="67273" h="119840" extrusionOk="0">
                    <a:moveTo>
                      <a:pt x="67415" y="115412"/>
                    </a:moveTo>
                    <a:cubicBezTo>
                      <a:pt x="64620" y="105213"/>
                      <a:pt x="58614" y="95461"/>
                      <a:pt x="53634" y="86154"/>
                    </a:cubicBezTo>
                    <a:cubicBezTo>
                      <a:pt x="48534" y="76595"/>
                      <a:pt x="43390" y="67050"/>
                      <a:pt x="38202" y="57535"/>
                    </a:cubicBezTo>
                    <a:cubicBezTo>
                      <a:pt x="27973" y="38773"/>
                      <a:pt x="16927" y="20561"/>
                      <a:pt x="6149" y="2141"/>
                    </a:cubicBezTo>
                    <a:cubicBezTo>
                      <a:pt x="4335" y="-936"/>
                      <a:pt x="-958" y="1948"/>
                      <a:pt x="603" y="5189"/>
                    </a:cubicBezTo>
                    <a:cubicBezTo>
                      <a:pt x="10014" y="24605"/>
                      <a:pt x="19128" y="44155"/>
                      <a:pt x="29118" y="63318"/>
                    </a:cubicBezTo>
                    <a:cubicBezTo>
                      <a:pt x="34128" y="72922"/>
                      <a:pt x="39198" y="82497"/>
                      <a:pt x="44282" y="92041"/>
                    </a:cubicBezTo>
                    <a:cubicBezTo>
                      <a:pt x="49159" y="101155"/>
                      <a:pt x="53827" y="111309"/>
                      <a:pt x="60591" y="119159"/>
                    </a:cubicBezTo>
                    <a:cubicBezTo>
                      <a:pt x="63550" y="122578"/>
                      <a:pt x="68604" y="119708"/>
                      <a:pt x="67415" y="115412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6"/>
              <p:cNvSpPr/>
              <p:nvPr/>
            </p:nvSpPr>
            <p:spPr>
              <a:xfrm flipH="1">
                <a:off x="6473577" y="3473791"/>
                <a:ext cx="21073" cy="160685"/>
              </a:xfrm>
              <a:custGeom>
                <a:avLst/>
                <a:gdLst/>
                <a:ahLst/>
                <a:cxnLst/>
                <a:rect l="l" t="t" r="r" b="b"/>
                <a:pathLst>
                  <a:path w="22241" h="169588" extrusionOk="0">
                    <a:moveTo>
                      <a:pt x="20749" y="127451"/>
                    </a:moveTo>
                    <a:cubicBezTo>
                      <a:pt x="19544" y="113551"/>
                      <a:pt x="18221" y="99636"/>
                      <a:pt x="16824" y="85750"/>
                    </a:cubicBezTo>
                    <a:cubicBezTo>
                      <a:pt x="14059" y="58365"/>
                      <a:pt x="11710" y="30727"/>
                      <a:pt x="7116" y="3581"/>
                    </a:cubicBezTo>
                    <a:cubicBezTo>
                      <a:pt x="6417" y="-567"/>
                      <a:pt x="604" y="42"/>
                      <a:pt x="649" y="4220"/>
                    </a:cubicBezTo>
                    <a:cubicBezTo>
                      <a:pt x="976" y="31768"/>
                      <a:pt x="3592" y="59376"/>
                      <a:pt x="5748" y="86835"/>
                    </a:cubicBezTo>
                    <a:cubicBezTo>
                      <a:pt x="6818" y="100394"/>
                      <a:pt x="7993" y="113952"/>
                      <a:pt x="9227" y="127496"/>
                    </a:cubicBezTo>
                    <a:cubicBezTo>
                      <a:pt x="10446" y="140787"/>
                      <a:pt x="10951" y="155134"/>
                      <a:pt x="14876" y="167919"/>
                    </a:cubicBezTo>
                    <a:cubicBezTo>
                      <a:pt x="16006" y="171606"/>
                      <a:pt x="21878" y="170892"/>
                      <a:pt x="22324" y="167161"/>
                    </a:cubicBezTo>
                    <a:cubicBezTo>
                      <a:pt x="23871" y="154227"/>
                      <a:pt x="21878" y="140371"/>
                      <a:pt x="20749" y="127451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6"/>
              <p:cNvSpPr/>
              <p:nvPr/>
            </p:nvSpPr>
            <p:spPr>
              <a:xfrm flipH="1">
                <a:off x="6611880" y="2583183"/>
                <a:ext cx="46148" cy="188388"/>
              </a:xfrm>
              <a:custGeom>
                <a:avLst/>
                <a:gdLst/>
                <a:ahLst/>
                <a:cxnLst/>
                <a:rect l="l" t="t" r="r" b="b"/>
                <a:pathLst>
                  <a:path w="48705" h="198826" extrusionOk="0">
                    <a:moveTo>
                      <a:pt x="35122" y="137301"/>
                    </a:moveTo>
                    <a:cubicBezTo>
                      <a:pt x="38809" y="119118"/>
                      <a:pt x="41010" y="100579"/>
                      <a:pt x="43492" y="82189"/>
                    </a:cubicBezTo>
                    <a:cubicBezTo>
                      <a:pt x="45901" y="64349"/>
                      <a:pt x="49246" y="45944"/>
                      <a:pt x="49320" y="27910"/>
                    </a:cubicBezTo>
                    <a:cubicBezTo>
                      <a:pt x="49335" y="23643"/>
                      <a:pt x="43225" y="24075"/>
                      <a:pt x="42303" y="27672"/>
                    </a:cubicBezTo>
                    <a:cubicBezTo>
                      <a:pt x="37828" y="45156"/>
                      <a:pt x="36490" y="63903"/>
                      <a:pt x="34334" y="81773"/>
                    </a:cubicBezTo>
                    <a:cubicBezTo>
                      <a:pt x="32803" y="94350"/>
                      <a:pt x="31168" y="106942"/>
                      <a:pt x="29963" y="119565"/>
                    </a:cubicBezTo>
                    <a:cubicBezTo>
                      <a:pt x="28581" y="112428"/>
                      <a:pt x="27198" y="105292"/>
                      <a:pt x="25890" y="98186"/>
                    </a:cubicBezTo>
                    <a:cubicBezTo>
                      <a:pt x="20018" y="66237"/>
                      <a:pt x="14428" y="34095"/>
                      <a:pt x="6608" y="2532"/>
                    </a:cubicBezTo>
                    <a:cubicBezTo>
                      <a:pt x="5745" y="-917"/>
                      <a:pt x="274" y="555"/>
                      <a:pt x="631" y="3945"/>
                    </a:cubicBezTo>
                    <a:cubicBezTo>
                      <a:pt x="4065" y="36592"/>
                      <a:pt x="9923" y="69017"/>
                      <a:pt x="15364" y="101367"/>
                    </a:cubicBezTo>
                    <a:cubicBezTo>
                      <a:pt x="20746" y="133286"/>
                      <a:pt x="24953" y="166142"/>
                      <a:pt x="34319" y="197184"/>
                    </a:cubicBezTo>
                    <a:cubicBezTo>
                      <a:pt x="35494" y="201079"/>
                      <a:pt x="41247" y="199355"/>
                      <a:pt x="41039" y="195594"/>
                    </a:cubicBezTo>
                    <a:cubicBezTo>
                      <a:pt x="39999" y="176846"/>
                      <a:pt x="37085" y="158144"/>
                      <a:pt x="33710" y="139516"/>
                    </a:cubicBezTo>
                    <a:cubicBezTo>
                      <a:pt x="34379" y="139085"/>
                      <a:pt x="34914" y="138371"/>
                      <a:pt x="35122" y="137301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6"/>
              <p:cNvSpPr/>
              <p:nvPr/>
            </p:nvSpPr>
            <p:spPr>
              <a:xfrm flipH="1">
                <a:off x="6743547" y="1453193"/>
                <a:ext cx="753253" cy="597743"/>
              </a:xfrm>
              <a:custGeom>
                <a:avLst/>
                <a:gdLst/>
                <a:ahLst/>
                <a:cxnLst/>
                <a:rect l="l" t="t" r="r" b="b"/>
                <a:pathLst>
                  <a:path w="794990" h="630863" extrusionOk="0">
                    <a:moveTo>
                      <a:pt x="795495" y="58335"/>
                    </a:moveTo>
                    <a:lnTo>
                      <a:pt x="794410" y="141723"/>
                    </a:lnTo>
                    <a:lnTo>
                      <a:pt x="794232" y="153810"/>
                    </a:lnTo>
                    <a:lnTo>
                      <a:pt x="794098" y="165124"/>
                    </a:lnTo>
                    <a:lnTo>
                      <a:pt x="793979" y="176259"/>
                    </a:lnTo>
                    <a:lnTo>
                      <a:pt x="792671" y="275094"/>
                    </a:lnTo>
                    <a:lnTo>
                      <a:pt x="792537" y="285754"/>
                    </a:lnTo>
                    <a:lnTo>
                      <a:pt x="792061" y="322638"/>
                    </a:lnTo>
                    <a:lnTo>
                      <a:pt x="791898" y="335989"/>
                    </a:lnTo>
                    <a:lnTo>
                      <a:pt x="791109" y="395590"/>
                    </a:lnTo>
                    <a:cubicBezTo>
                      <a:pt x="791109" y="395590"/>
                      <a:pt x="725398" y="605852"/>
                      <a:pt x="436282" y="629951"/>
                    </a:cubicBezTo>
                    <a:cubicBezTo>
                      <a:pt x="147226" y="654005"/>
                      <a:pt x="505" y="327708"/>
                      <a:pt x="505" y="327708"/>
                    </a:cubicBezTo>
                    <a:lnTo>
                      <a:pt x="1590" y="302315"/>
                    </a:lnTo>
                    <a:lnTo>
                      <a:pt x="2111" y="290466"/>
                    </a:lnTo>
                    <a:lnTo>
                      <a:pt x="2274" y="286660"/>
                    </a:lnTo>
                    <a:lnTo>
                      <a:pt x="2750" y="275733"/>
                    </a:lnTo>
                    <a:lnTo>
                      <a:pt x="7924" y="155802"/>
                    </a:lnTo>
                    <a:lnTo>
                      <a:pt x="8295" y="145797"/>
                    </a:lnTo>
                    <a:lnTo>
                      <a:pt x="8786" y="135004"/>
                    </a:lnTo>
                    <a:lnTo>
                      <a:pt x="8786" y="134959"/>
                    </a:lnTo>
                    <a:lnTo>
                      <a:pt x="9217" y="124820"/>
                    </a:lnTo>
                    <a:lnTo>
                      <a:pt x="11417" y="73678"/>
                    </a:lnTo>
                    <a:cubicBezTo>
                      <a:pt x="539235" y="-81815"/>
                      <a:pt x="795495" y="58335"/>
                      <a:pt x="795495" y="583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6"/>
              <p:cNvSpPr/>
              <p:nvPr/>
            </p:nvSpPr>
            <p:spPr>
              <a:xfrm flipH="1">
                <a:off x="7246097" y="1727722"/>
                <a:ext cx="249676" cy="133183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140563" extrusionOk="0">
                    <a:moveTo>
                      <a:pt x="260336" y="140812"/>
                    </a:moveTo>
                    <a:cubicBezTo>
                      <a:pt x="234810" y="133274"/>
                      <a:pt x="209937" y="123269"/>
                      <a:pt x="185437" y="112847"/>
                    </a:cubicBezTo>
                    <a:cubicBezTo>
                      <a:pt x="120736" y="85329"/>
                      <a:pt x="58786" y="51447"/>
                      <a:pt x="449" y="12214"/>
                    </a:cubicBezTo>
                    <a:lnTo>
                      <a:pt x="969" y="365"/>
                    </a:lnTo>
                    <a:cubicBezTo>
                      <a:pt x="4046" y="2505"/>
                      <a:pt x="7154" y="4631"/>
                      <a:pt x="10276" y="6698"/>
                    </a:cubicBezTo>
                    <a:cubicBezTo>
                      <a:pt x="49509" y="32878"/>
                      <a:pt x="90393" y="56502"/>
                      <a:pt x="132481" y="77791"/>
                    </a:cubicBezTo>
                    <a:cubicBezTo>
                      <a:pt x="174733" y="99199"/>
                      <a:pt x="218516" y="116460"/>
                      <a:pt x="262165" y="134746"/>
                    </a:cubicBezTo>
                    <a:cubicBezTo>
                      <a:pt x="265450" y="136129"/>
                      <a:pt x="263860" y="141808"/>
                      <a:pt x="260336" y="14081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6"/>
              <p:cNvSpPr/>
              <p:nvPr/>
            </p:nvSpPr>
            <p:spPr>
              <a:xfrm flipH="1">
                <a:off x="7216523" y="1713780"/>
                <a:ext cx="278603" cy="78081"/>
              </a:xfrm>
              <a:custGeom>
                <a:avLst/>
                <a:gdLst/>
                <a:ahLst/>
                <a:cxnLst/>
                <a:rect l="l" t="t" r="r" b="b"/>
                <a:pathLst>
                  <a:path w="294040" h="82407" extrusionOk="0">
                    <a:moveTo>
                      <a:pt x="291426" y="82762"/>
                    </a:moveTo>
                    <a:cubicBezTo>
                      <a:pt x="264904" y="82197"/>
                      <a:pt x="238025" y="78035"/>
                      <a:pt x="211933" y="73441"/>
                    </a:cubicBezTo>
                    <a:cubicBezTo>
                      <a:pt x="139457" y="60789"/>
                      <a:pt x="68334" y="39723"/>
                      <a:pt x="452" y="11283"/>
                    </a:cubicBezTo>
                    <a:lnTo>
                      <a:pt x="928" y="355"/>
                    </a:lnTo>
                    <a:cubicBezTo>
                      <a:pt x="6131" y="2571"/>
                      <a:pt x="11335" y="4696"/>
                      <a:pt x="16583" y="6823"/>
                    </a:cubicBezTo>
                    <a:cubicBezTo>
                      <a:pt x="60485" y="24499"/>
                      <a:pt x="105650" y="39024"/>
                      <a:pt x="151678" y="50249"/>
                    </a:cubicBezTo>
                    <a:cubicBezTo>
                      <a:pt x="174751" y="55883"/>
                      <a:pt x="197973" y="60655"/>
                      <a:pt x="221344" y="64818"/>
                    </a:cubicBezTo>
                    <a:cubicBezTo>
                      <a:pt x="244700" y="68966"/>
                      <a:pt x="268338" y="71582"/>
                      <a:pt x="291649" y="75775"/>
                    </a:cubicBezTo>
                    <a:cubicBezTo>
                      <a:pt x="295455" y="76429"/>
                      <a:pt x="295500" y="82807"/>
                      <a:pt x="291426" y="8276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6"/>
              <p:cNvSpPr/>
              <p:nvPr/>
            </p:nvSpPr>
            <p:spPr>
              <a:xfrm flipH="1">
                <a:off x="7258223" y="1563736"/>
                <a:ext cx="230741" cy="16852"/>
              </a:xfrm>
              <a:custGeom>
                <a:avLst/>
                <a:gdLst/>
                <a:ahLst/>
                <a:cxnLst/>
                <a:rect l="l" t="t" r="r" b="b"/>
                <a:pathLst>
                  <a:path w="243526" h="17786" extrusionOk="0">
                    <a:moveTo>
                      <a:pt x="448" y="18101"/>
                    </a:moveTo>
                    <a:lnTo>
                      <a:pt x="879" y="7962"/>
                    </a:lnTo>
                    <a:cubicBezTo>
                      <a:pt x="1831" y="7828"/>
                      <a:pt x="2827" y="7739"/>
                      <a:pt x="3778" y="7605"/>
                    </a:cubicBezTo>
                    <a:cubicBezTo>
                      <a:pt x="43309" y="3234"/>
                      <a:pt x="83019" y="811"/>
                      <a:pt x="122758" y="380"/>
                    </a:cubicBezTo>
                    <a:cubicBezTo>
                      <a:pt x="162200" y="-7"/>
                      <a:pt x="201820" y="1242"/>
                      <a:pt x="240920" y="6445"/>
                    </a:cubicBezTo>
                    <a:cubicBezTo>
                      <a:pt x="245826" y="7100"/>
                      <a:pt x="244384" y="14072"/>
                      <a:pt x="239701" y="13849"/>
                    </a:cubicBezTo>
                    <a:cubicBezTo>
                      <a:pt x="217252" y="12853"/>
                      <a:pt x="194803" y="11604"/>
                      <a:pt x="172309" y="11039"/>
                    </a:cubicBezTo>
                    <a:cubicBezTo>
                      <a:pt x="114878" y="9523"/>
                      <a:pt x="57492" y="11738"/>
                      <a:pt x="448" y="18101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6"/>
              <p:cNvSpPr/>
              <p:nvPr/>
            </p:nvSpPr>
            <p:spPr>
              <a:xfrm flipH="1">
                <a:off x="7216757" y="1590823"/>
                <a:ext cx="273023" cy="59507"/>
              </a:xfrm>
              <a:custGeom>
                <a:avLst/>
                <a:gdLst/>
                <a:ahLst/>
                <a:cxnLst/>
                <a:rect l="l" t="t" r="r" b="b"/>
                <a:pathLst>
                  <a:path w="288151" h="62804" extrusionOk="0">
                    <a:moveTo>
                      <a:pt x="285213" y="63079"/>
                    </a:moveTo>
                    <a:cubicBezTo>
                      <a:pt x="259686" y="58916"/>
                      <a:pt x="234204" y="54500"/>
                      <a:pt x="208708" y="49817"/>
                    </a:cubicBezTo>
                    <a:cubicBezTo>
                      <a:pt x="139235" y="37166"/>
                      <a:pt x="69836" y="23726"/>
                      <a:pt x="453" y="10331"/>
                    </a:cubicBezTo>
                    <a:lnTo>
                      <a:pt x="824" y="326"/>
                    </a:lnTo>
                    <a:cubicBezTo>
                      <a:pt x="5641" y="1232"/>
                      <a:pt x="10503" y="2184"/>
                      <a:pt x="15320" y="3091"/>
                    </a:cubicBezTo>
                    <a:cubicBezTo>
                      <a:pt x="105680" y="20515"/>
                      <a:pt x="196324" y="37210"/>
                      <a:pt x="286223" y="57147"/>
                    </a:cubicBezTo>
                    <a:cubicBezTo>
                      <a:pt x="289940" y="57964"/>
                      <a:pt x="289078" y="63733"/>
                      <a:pt x="285213" y="6307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6"/>
              <p:cNvSpPr/>
              <p:nvPr/>
            </p:nvSpPr>
            <p:spPr>
              <a:xfrm flipH="1">
                <a:off x="6745511" y="1601106"/>
                <a:ext cx="249439" cy="18565"/>
              </a:xfrm>
              <a:custGeom>
                <a:avLst/>
                <a:gdLst/>
                <a:ahLst/>
                <a:cxnLst/>
                <a:rect l="l" t="t" r="r" b="b"/>
                <a:pathLst>
                  <a:path w="263260" h="19594" extrusionOk="0">
                    <a:moveTo>
                      <a:pt x="70330" y="1632"/>
                    </a:moveTo>
                    <a:cubicBezTo>
                      <a:pt x="134837" y="3802"/>
                      <a:pt x="199330" y="6181"/>
                      <a:pt x="263822" y="8783"/>
                    </a:cubicBezTo>
                    <a:lnTo>
                      <a:pt x="263703" y="19918"/>
                    </a:lnTo>
                    <a:cubicBezTo>
                      <a:pt x="256017" y="19620"/>
                      <a:pt x="248390" y="19308"/>
                      <a:pt x="240719" y="19011"/>
                    </a:cubicBezTo>
                    <a:cubicBezTo>
                      <a:pt x="161657" y="15800"/>
                      <a:pt x="82253" y="13555"/>
                      <a:pt x="3414" y="7221"/>
                    </a:cubicBezTo>
                    <a:cubicBezTo>
                      <a:pt x="-525" y="6924"/>
                      <a:pt x="-317" y="323"/>
                      <a:pt x="3622" y="323"/>
                    </a:cubicBezTo>
                    <a:cubicBezTo>
                      <a:pt x="25863" y="323"/>
                      <a:pt x="48104" y="903"/>
                      <a:pt x="70330" y="163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6"/>
              <p:cNvSpPr/>
              <p:nvPr/>
            </p:nvSpPr>
            <p:spPr>
              <a:xfrm flipH="1">
                <a:off x="6745257" y="1534528"/>
                <a:ext cx="216624" cy="63958"/>
              </a:xfrm>
              <a:custGeom>
                <a:avLst/>
                <a:gdLst/>
                <a:ahLst/>
                <a:cxnLst/>
                <a:rect l="l" t="t" r="r" b="b"/>
                <a:pathLst>
                  <a:path w="228627" h="67502" extrusionOk="0">
                    <a:moveTo>
                      <a:pt x="229193" y="55729"/>
                    </a:moveTo>
                    <a:lnTo>
                      <a:pt x="229015" y="67816"/>
                    </a:lnTo>
                    <a:cubicBezTo>
                      <a:pt x="224807" y="65690"/>
                      <a:pt x="220571" y="63653"/>
                      <a:pt x="216318" y="61661"/>
                    </a:cubicBezTo>
                    <a:cubicBezTo>
                      <a:pt x="182809" y="45977"/>
                      <a:pt x="147782" y="33414"/>
                      <a:pt x="111894" y="24345"/>
                    </a:cubicBezTo>
                    <a:cubicBezTo>
                      <a:pt x="75961" y="15336"/>
                      <a:pt x="39775" y="10653"/>
                      <a:pt x="3053" y="6446"/>
                    </a:cubicBezTo>
                    <a:cubicBezTo>
                      <a:pt x="-366" y="6014"/>
                      <a:pt x="-232" y="380"/>
                      <a:pt x="3276" y="335"/>
                    </a:cubicBezTo>
                    <a:cubicBezTo>
                      <a:pt x="24298" y="68"/>
                      <a:pt x="45588" y="2283"/>
                      <a:pt x="66386" y="5450"/>
                    </a:cubicBezTo>
                    <a:cubicBezTo>
                      <a:pt x="122732" y="13938"/>
                      <a:pt x="177828" y="30976"/>
                      <a:pt x="229193" y="5572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36"/>
              <p:cNvSpPr/>
              <p:nvPr/>
            </p:nvSpPr>
            <p:spPr>
              <a:xfrm flipH="1">
                <a:off x="6747524" y="1758166"/>
                <a:ext cx="181987" cy="86927"/>
              </a:xfrm>
              <a:custGeom>
                <a:avLst/>
                <a:gdLst/>
                <a:ahLst/>
                <a:cxnLst/>
                <a:rect l="l" t="t" r="r" b="b"/>
                <a:pathLst>
                  <a:path w="192071" h="91744" extrusionOk="0">
                    <a:moveTo>
                      <a:pt x="69423" y="63521"/>
                    </a:moveTo>
                    <a:cubicBezTo>
                      <a:pt x="112760" y="47316"/>
                      <a:pt x="154194" y="26116"/>
                      <a:pt x="192640" y="366"/>
                    </a:cubicBezTo>
                    <a:lnTo>
                      <a:pt x="192476" y="13717"/>
                    </a:lnTo>
                    <a:cubicBezTo>
                      <a:pt x="135432" y="51166"/>
                      <a:pt x="71148" y="79473"/>
                      <a:pt x="4574" y="92050"/>
                    </a:cubicBezTo>
                    <a:cubicBezTo>
                      <a:pt x="456" y="92823"/>
                      <a:pt x="-1105" y="86014"/>
                      <a:pt x="2879" y="84899"/>
                    </a:cubicBezTo>
                    <a:cubicBezTo>
                      <a:pt x="25284" y="78521"/>
                      <a:pt x="47569" y="71712"/>
                      <a:pt x="69423" y="63521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36"/>
              <p:cNvSpPr/>
              <p:nvPr/>
            </p:nvSpPr>
            <p:spPr>
              <a:xfrm flipH="1">
                <a:off x="6746911" y="1713175"/>
                <a:ext cx="210383" cy="65455"/>
              </a:xfrm>
              <a:custGeom>
                <a:avLst/>
                <a:gdLst/>
                <a:ahLst/>
                <a:cxnLst/>
                <a:rect l="l" t="t" r="r" b="b"/>
                <a:pathLst>
                  <a:path w="222040" h="69082" extrusionOk="0">
                    <a:moveTo>
                      <a:pt x="222606" y="354"/>
                    </a:moveTo>
                    <a:lnTo>
                      <a:pt x="222472" y="11013"/>
                    </a:lnTo>
                    <a:cubicBezTo>
                      <a:pt x="150056" y="30742"/>
                      <a:pt x="77535" y="49979"/>
                      <a:pt x="5015" y="69306"/>
                    </a:cubicBezTo>
                    <a:cubicBezTo>
                      <a:pt x="986" y="70392"/>
                      <a:pt x="-1393" y="64370"/>
                      <a:pt x="2681" y="63151"/>
                    </a:cubicBezTo>
                    <a:cubicBezTo>
                      <a:pt x="25516" y="56610"/>
                      <a:pt x="48322" y="49890"/>
                      <a:pt x="71158" y="43304"/>
                    </a:cubicBezTo>
                    <a:cubicBezTo>
                      <a:pt x="121571" y="28779"/>
                      <a:pt x="172074" y="14477"/>
                      <a:pt x="222606" y="354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6"/>
              <p:cNvSpPr/>
              <p:nvPr/>
            </p:nvSpPr>
            <p:spPr>
              <a:xfrm flipH="1">
                <a:off x="7468326" y="1411975"/>
                <a:ext cx="54153" cy="133470"/>
              </a:xfrm>
              <a:custGeom>
                <a:avLst/>
                <a:gdLst/>
                <a:ahLst/>
                <a:cxnLst/>
                <a:rect l="l" t="t" r="r" b="b"/>
                <a:pathLst>
                  <a:path w="57154" h="140865" extrusionOk="0">
                    <a:moveTo>
                      <a:pt x="47614" y="104120"/>
                    </a:moveTo>
                    <a:cubicBezTo>
                      <a:pt x="43584" y="92628"/>
                      <a:pt x="39228" y="81240"/>
                      <a:pt x="34977" y="69822"/>
                    </a:cubicBezTo>
                    <a:cubicBezTo>
                      <a:pt x="26577" y="47299"/>
                      <a:pt x="18266" y="24835"/>
                      <a:pt x="8439" y="2877"/>
                    </a:cubicBezTo>
                    <a:cubicBezTo>
                      <a:pt x="6239" y="-2074"/>
                      <a:pt x="-897" y="736"/>
                      <a:pt x="634" y="5880"/>
                    </a:cubicBezTo>
                    <a:cubicBezTo>
                      <a:pt x="7503" y="28938"/>
                      <a:pt x="15828" y="51417"/>
                      <a:pt x="24139" y="74000"/>
                    </a:cubicBezTo>
                    <a:cubicBezTo>
                      <a:pt x="28212" y="85091"/>
                      <a:pt x="32211" y="96211"/>
                      <a:pt x="36493" y="107242"/>
                    </a:cubicBezTo>
                    <a:cubicBezTo>
                      <a:pt x="40686" y="118050"/>
                      <a:pt x="44476" y="129869"/>
                      <a:pt x="50810" y="139652"/>
                    </a:cubicBezTo>
                    <a:cubicBezTo>
                      <a:pt x="52817" y="142759"/>
                      <a:pt x="58020" y="140648"/>
                      <a:pt x="57545" y="137065"/>
                    </a:cubicBezTo>
                    <a:cubicBezTo>
                      <a:pt x="56043" y="125855"/>
                      <a:pt x="51345" y="114750"/>
                      <a:pt x="47614" y="1041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36"/>
              <p:cNvSpPr/>
              <p:nvPr/>
            </p:nvSpPr>
            <p:spPr>
              <a:xfrm flipH="1">
                <a:off x="6746044" y="1393434"/>
                <a:ext cx="21717" cy="132972"/>
              </a:xfrm>
              <a:custGeom>
                <a:avLst/>
                <a:gdLst/>
                <a:ahLst/>
                <a:cxnLst/>
                <a:rect l="l" t="t" r="r" b="b"/>
                <a:pathLst>
                  <a:path w="22920" h="140340" extrusionOk="0">
                    <a:moveTo>
                      <a:pt x="15618" y="3541"/>
                    </a:moveTo>
                    <a:cubicBezTo>
                      <a:pt x="11871" y="25871"/>
                      <a:pt x="9418" y="48439"/>
                      <a:pt x="6832" y="70933"/>
                    </a:cubicBezTo>
                    <a:cubicBezTo>
                      <a:pt x="4289" y="92980"/>
                      <a:pt x="914" y="115295"/>
                      <a:pt x="587" y="137506"/>
                    </a:cubicBezTo>
                    <a:cubicBezTo>
                      <a:pt x="528" y="141758"/>
                      <a:pt x="6876" y="141506"/>
                      <a:pt x="7709" y="137744"/>
                    </a:cubicBezTo>
                    <a:cubicBezTo>
                      <a:pt x="12481" y="116053"/>
                      <a:pt x="14206" y="93515"/>
                      <a:pt x="16763" y="71468"/>
                    </a:cubicBezTo>
                    <a:cubicBezTo>
                      <a:pt x="19349" y="49316"/>
                      <a:pt x="22055" y="27090"/>
                      <a:pt x="23497" y="4820"/>
                    </a:cubicBezTo>
                    <a:cubicBezTo>
                      <a:pt x="23824" y="-205"/>
                      <a:pt x="16480" y="-1633"/>
                      <a:pt x="15618" y="35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5" name="Google Shape;815;p36"/>
            <p:cNvSpPr/>
            <p:nvPr/>
          </p:nvSpPr>
          <p:spPr>
            <a:xfrm>
              <a:off x="8596124" y="2749275"/>
              <a:ext cx="328218" cy="328218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6"/>
            <p:cNvSpPr/>
            <p:nvPr/>
          </p:nvSpPr>
          <p:spPr>
            <a:xfrm>
              <a:off x="8122783" y="1864021"/>
              <a:ext cx="177731" cy="177731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6"/>
            <p:cNvSpPr/>
            <p:nvPr/>
          </p:nvSpPr>
          <p:spPr>
            <a:xfrm>
              <a:off x="5868121" y="3389050"/>
              <a:ext cx="177731" cy="177731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6"/>
            <p:cNvSpPr/>
            <p:nvPr/>
          </p:nvSpPr>
          <p:spPr>
            <a:xfrm>
              <a:off x="5868128" y="1088093"/>
              <a:ext cx="415786" cy="41578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861848"/>
            <a:ext cx="4214648" cy="1058700"/>
          </a:xfrm>
        </p:spPr>
        <p:txBody>
          <a:bodyPr/>
          <a:lstStyle/>
          <a:p>
            <a:r>
              <a:rPr lang="pt-BR" sz="4000" dirty="0"/>
              <a:t>Matriz de Confusão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498" y="861848"/>
            <a:ext cx="4833180" cy="3520091"/>
          </a:xfrm>
          <a:prstGeom prst="rect">
            <a:avLst/>
          </a:prstGeom>
        </p:spPr>
      </p:pic>
      <p:sp>
        <p:nvSpPr>
          <p:cNvPr id="6" name="Google Shape;1290;p49"/>
          <p:cNvSpPr txBox="1">
            <a:spLocks noGrp="1"/>
          </p:cNvSpPr>
          <p:nvPr>
            <p:ph type="subTitle" idx="1"/>
          </p:nvPr>
        </p:nvSpPr>
        <p:spPr>
          <a:xfrm>
            <a:off x="309322" y="2021237"/>
            <a:ext cx="3593400" cy="8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 avaliação da performance </a:t>
            </a:r>
            <a:r>
              <a:rPr lang="pt-BR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foi aprofundada através de uma matriz de confusão, permitindo a análise da sensibilidade e especificidade do modelo</a:t>
            </a:r>
          </a:p>
          <a:p>
            <a:pPr marL="0" lvl="0" indent="0"/>
            <a:endParaRPr lang="pt-BR" sz="1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285750" lvl="0" indent="-285750">
              <a:buFontTx/>
              <a:buChar char="-"/>
            </a:pPr>
            <a:r>
              <a:rPr lang="pt-BR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Precisão</a:t>
            </a:r>
          </a:p>
          <a:p>
            <a:pPr marL="285750" lvl="0" indent="-285750">
              <a:buFontTx/>
              <a:buChar char="-"/>
            </a:pPr>
            <a:r>
              <a:rPr lang="pt-BR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Recall</a:t>
            </a:r>
          </a:p>
          <a:p>
            <a:pPr marL="285750" lvl="0" indent="-285750">
              <a:buFontTx/>
              <a:buChar char="-"/>
            </a:pPr>
            <a:r>
              <a:rPr lang="pt-BR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F1 Score </a:t>
            </a:r>
            <a:endParaRPr sz="1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356858"/>
      </p:ext>
    </p:extLst>
  </p:cSld>
  <p:clrMapOvr>
    <a:masterClrMapping/>
  </p:clrMapOvr>
  <p:transition spd="slow">
    <p:wipe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49"/>
          <p:cNvSpPr/>
          <p:nvPr/>
        </p:nvSpPr>
        <p:spPr>
          <a:xfrm>
            <a:off x="-1083562" y="-2646112"/>
            <a:ext cx="6094119" cy="6094119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3" name="Google Shape;1283;p49"/>
          <p:cNvGrpSpPr/>
          <p:nvPr/>
        </p:nvGrpSpPr>
        <p:grpSpPr>
          <a:xfrm>
            <a:off x="1253312" y="632174"/>
            <a:ext cx="3301869" cy="4151750"/>
            <a:chOff x="1561951" y="735560"/>
            <a:chExt cx="2697276" cy="3672287"/>
          </a:xfrm>
        </p:grpSpPr>
        <p:grpSp>
          <p:nvGrpSpPr>
            <p:cNvPr id="1284" name="Google Shape;1284;p49"/>
            <p:cNvGrpSpPr/>
            <p:nvPr/>
          </p:nvGrpSpPr>
          <p:grpSpPr>
            <a:xfrm>
              <a:off x="1561951" y="735560"/>
              <a:ext cx="2697276" cy="3672287"/>
              <a:chOff x="1655550" y="790900"/>
              <a:chExt cx="2510262" cy="3417671"/>
            </a:xfrm>
          </p:grpSpPr>
          <p:sp>
            <p:nvSpPr>
              <p:cNvPr id="1285" name="Google Shape;1285;p49"/>
              <p:cNvSpPr/>
              <p:nvPr/>
            </p:nvSpPr>
            <p:spPr>
              <a:xfrm>
                <a:off x="1655550" y="790900"/>
                <a:ext cx="2510262" cy="3417671"/>
              </a:xfrm>
              <a:custGeom>
                <a:avLst/>
                <a:gdLst/>
                <a:ahLst/>
                <a:cxnLst/>
                <a:rect l="l" t="t" r="r" b="b"/>
                <a:pathLst>
                  <a:path w="143096" h="190426" extrusionOk="0">
                    <a:moveTo>
                      <a:pt x="2914" y="0"/>
                    </a:moveTo>
                    <a:cubicBezTo>
                      <a:pt x="1280" y="0"/>
                      <a:pt x="0" y="1281"/>
                      <a:pt x="0" y="2914"/>
                    </a:cubicBezTo>
                    <a:lnTo>
                      <a:pt x="0" y="187512"/>
                    </a:lnTo>
                    <a:cubicBezTo>
                      <a:pt x="0" y="189101"/>
                      <a:pt x="1280" y="190426"/>
                      <a:pt x="2914" y="190426"/>
                    </a:cubicBezTo>
                    <a:lnTo>
                      <a:pt x="140182" y="190426"/>
                    </a:lnTo>
                    <a:cubicBezTo>
                      <a:pt x="141771" y="190426"/>
                      <a:pt x="143096" y="189101"/>
                      <a:pt x="143096" y="187512"/>
                    </a:cubicBezTo>
                    <a:lnTo>
                      <a:pt x="143096" y="2914"/>
                    </a:lnTo>
                    <a:cubicBezTo>
                      <a:pt x="143096" y="1281"/>
                      <a:pt x="141771" y="0"/>
                      <a:pt x="1401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49"/>
              <p:cNvSpPr/>
              <p:nvPr/>
            </p:nvSpPr>
            <p:spPr>
              <a:xfrm>
                <a:off x="1735300" y="886765"/>
                <a:ext cx="2350730" cy="3115776"/>
              </a:xfrm>
              <a:custGeom>
                <a:avLst/>
                <a:gdLst/>
                <a:ahLst/>
                <a:cxnLst/>
                <a:rect l="l" t="t" r="r" b="b"/>
                <a:pathLst>
                  <a:path w="134002" h="173605" extrusionOk="0">
                    <a:moveTo>
                      <a:pt x="1" y="1"/>
                    </a:moveTo>
                    <a:lnTo>
                      <a:pt x="1" y="53821"/>
                    </a:lnTo>
                    <a:lnTo>
                      <a:pt x="1" y="127599"/>
                    </a:lnTo>
                    <a:lnTo>
                      <a:pt x="1" y="173605"/>
                    </a:lnTo>
                    <a:lnTo>
                      <a:pt x="134001" y="173605"/>
                    </a:lnTo>
                    <a:lnTo>
                      <a:pt x="134001" y="34615"/>
                    </a:lnTo>
                    <a:lnTo>
                      <a:pt x="13400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7" name="Google Shape;1287;p49"/>
            <p:cNvSpPr/>
            <p:nvPr/>
          </p:nvSpPr>
          <p:spPr>
            <a:xfrm>
              <a:off x="2663525" y="4264350"/>
              <a:ext cx="436759" cy="69572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9" name="Google Shape;1289;p49"/>
          <p:cNvSpPr txBox="1">
            <a:spLocks noGrp="1"/>
          </p:cNvSpPr>
          <p:nvPr>
            <p:ph type="title"/>
          </p:nvPr>
        </p:nvSpPr>
        <p:spPr>
          <a:xfrm>
            <a:off x="1414904" y="1214805"/>
            <a:ext cx="2968023" cy="6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6"/>
                </a:solidFill>
              </a:rPr>
              <a:t>Descoberta</a:t>
            </a:r>
            <a:r>
              <a:rPr lang="pt-BR" sz="3600" dirty="0">
                <a:solidFill>
                  <a:schemeClr val="accent6"/>
                </a:solidFill>
              </a:rPr>
              <a:t>s</a:t>
            </a:r>
            <a:r>
              <a:rPr lang="en" sz="3600" dirty="0">
                <a:solidFill>
                  <a:schemeClr val="accent6"/>
                </a:solidFill>
              </a:rPr>
              <a:t> dos Dados</a:t>
            </a:r>
            <a:endParaRPr sz="3600" dirty="0">
              <a:solidFill>
                <a:schemeClr val="accent6"/>
              </a:solidFill>
            </a:endParaRPr>
          </a:p>
        </p:txBody>
      </p:sp>
      <p:sp>
        <p:nvSpPr>
          <p:cNvPr id="1290" name="Google Shape;1290;p49"/>
          <p:cNvSpPr txBox="1">
            <a:spLocks noGrp="1"/>
          </p:cNvSpPr>
          <p:nvPr>
            <p:ph type="subTitle" idx="1"/>
          </p:nvPr>
        </p:nvSpPr>
        <p:spPr>
          <a:xfrm>
            <a:off x="4806449" y="1375768"/>
            <a:ext cx="3593400" cy="12653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l"/>
            <a:r>
              <a:rPr lang="en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Ao c</a:t>
            </a:r>
            <a:r>
              <a:rPr lang="pt-BR" sz="14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ontrário</a:t>
            </a:r>
            <a:r>
              <a:rPr lang="pt-BR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do esperado, o</a:t>
            </a:r>
            <a:r>
              <a:rPr lang="en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modelo aponta que </a:t>
            </a:r>
            <a:r>
              <a:rPr lang="pt-BR" sz="1400" dirty="0"/>
              <a:t>quanto mais consultas de pré-natal a gestante faz, maior a probabilidade de ela ter uma cesárea.</a:t>
            </a:r>
          </a:p>
          <a:p>
            <a:pPr marL="0" lvl="0" indent="0" algn="l"/>
            <a:endParaRPr lang="pt-BR" sz="1400" dirty="0"/>
          </a:p>
          <a:p>
            <a:pPr marL="0" indent="0" algn="l"/>
            <a:r>
              <a:rPr lang="pt-BR" sz="14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Nessa ótica, o pré-natal está sendo mais tratado como conveniência logística do que acompanhamento para segurança e bem-estar das mães e bebês</a:t>
            </a:r>
          </a:p>
          <a:p>
            <a:pPr marL="0" lvl="0" indent="0" algn="l"/>
            <a:endParaRPr lang="pt-BR" sz="1400" dirty="0"/>
          </a:p>
          <a:p>
            <a:pPr marL="0" lvl="0" indent="0" algn="l"/>
            <a:endParaRPr lang="pt-BR" sz="1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l"/>
            <a:endParaRPr lang="en" sz="14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292" name="Google Shape;1292;p49"/>
          <p:cNvSpPr/>
          <p:nvPr/>
        </p:nvSpPr>
        <p:spPr>
          <a:xfrm>
            <a:off x="832226" y="735555"/>
            <a:ext cx="389840" cy="389840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49"/>
          <p:cNvSpPr/>
          <p:nvPr/>
        </p:nvSpPr>
        <p:spPr>
          <a:xfrm>
            <a:off x="4806449" y="3931599"/>
            <a:ext cx="232866" cy="232866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211" y="2463645"/>
            <a:ext cx="3081410" cy="1754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2" name="Google Shape;772;p36"/>
          <p:cNvGrpSpPr/>
          <p:nvPr/>
        </p:nvGrpSpPr>
        <p:grpSpPr>
          <a:xfrm>
            <a:off x="598159" y="1088032"/>
            <a:ext cx="3056221" cy="4055468"/>
            <a:chOff x="5868121" y="1088093"/>
            <a:chExt cx="3056221" cy="4055468"/>
          </a:xfrm>
        </p:grpSpPr>
        <p:grpSp>
          <p:nvGrpSpPr>
            <p:cNvPr id="773" name="Google Shape;773;p36"/>
            <p:cNvGrpSpPr/>
            <p:nvPr/>
          </p:nvGrpSpPr>
          <p:grpSpPr>
            <a:xfrm>
              <a:off x="6214824" y="1421864"/>
              <a:ext cx="2199280" cy="3721697"/>
              <a:chOff x="5954102" y="715312"/>
              <a:chExt cx="2275745" cy="3851094"/>
            </a:xfrm>
          </p:grpSpPr>
          <p:sp>
            <p:nvSpPr>
              <p:cNvPr id="774" name="Google Shape;774;p36"/>
              <p:cNvSpPr/>
              <p:nvPr/>
            </p:nvSpPr>
            <p:spPr>
              <a:xfrm>
                <a:off x="6581236" y="1414842"/>
                <a:ext cx="9964" cy="38044"/>
              </a:xfrm>
              <a:custGeom>
                <a:avLst/>
                <a:gdLst/>
                <a:ahLst/>
                <a:cxnLst/>
                <a:rect l="l" t="t" r="r" b="b"/>
                <a:pathLst>
                  <a:path w="6767" h="25836" extrusionOk="0">
                    <a:moveTo>
                      <a:pt x="7086" y="1680"/>
                    </a:moveTo>
                    <a:cubicBezTo>
                      <a:pt x="6391" y="5519"/>
                      <a:pt x="5558" y="9331"/>
                      <a:pt x="4864" y="13184"/>
                    </a:cubicBezTo>
                    <a:cubicBezTo>
                      <a:pt x="4240" y="16982"/>
                      <a:pt x="3406" y="20925"/>
                      <a:pt x="3545" y="24792"/>
                    </a:cubicBezTo>
                    <a:cubicBezTo>
                      <a:pt x="3545" y="26354"/>
                      <a:pt x="5975" y="26757"/>
                      <a:pt x="6530" y="25285"/>
                    </a:cubicBezTo>
                    <a:cubicBezTo>
                      <a:pt x="7850" y="21654"/>
                      <a:pt x="8266" y="17648"/>
                      <a:pt x="8822" y="13837"/>
                    </a:cubicBezTo>
                    <a:cubicBezTo>
                      <a:pt x="9377" y="9970"/>
                      <a:pt x="9794" y="6082"/>
                      <a:pt x="10280" y="2201"/>
                    </a:cubicBezTo>
                    <a:cubicBezTo>
                      <a:pt x="10558" y="125"/>
                      <a:pt x="7502" y="-382"/>
                      <a:pt x="7086" y="168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6"/>
              <p:cNvSpPr/>
              <p:nvPr/>
            </p:nvSpPr>
            <p:spPr>
              <a:xfrm flipH="1">
                <a:off x="6254423" y="3402924"/>
                <a:ext cx="382974" cy="624982"/>
              </a:xfrm>
              <a:custGeom>
                <a:avLst/>
                <a:gdLst/>
                <a:ahLst/>
                <a:cxnLst/>
                <a:rect l="l" t="t" r="r" b="b"/>
                <a:pathLst>
                  <a:path w="404194" h="659612" extrusionOk="0">
                    <a:moveTo>
                      <a:pt x="786" y="64145"/>
                    </a:moveTo>
                    <a:cubicBezTo>
                      <a:pt x="-4135" y="83873"/>
                      <a:pt x="133829" y="660410"/>
                      <a:pt x="133829" y="660410"/>
                    </a:cubicBezTo>
                    <a:lnTo>
                      <a:pt x="404852" y="547065"/>
                    </a:lnTo>
                    <a:lnTo>
                      <a:pt x="307801" y="797"/>
                    </a:lnTo>
                    <a:lnTo>
                      <a:pt x="786" y="64145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36"/>
              <p:cNvSpPr/>
              <p:nvPr/>
            </p:nvSpPr>
            <p:spPr>
              <a:xfrm flipH="1">
                <a:off x="5960418" y="2679501"/>
                <a:ext cx="574271" cy="952462"/>
              </a:xfrm>
              <a:custGeom>
                <a:avLst/>
                <a:gdLst/>
                <a:ahLst/>
                <a:cxnLst/>
                <a:rect l="l" t="t" r="r" b="b"/>
                <a:pathLst>
                  <a:path w="606091" h="1005237" extrusionOk="0">
                    <a:moveTo>
                      <a:pt x="148538" y="671"/>
                    </a:moveTo>
                    <a:cubicBezTo>
                      <a:pt x="148538" y="671"/>
                      <a:pt x="271725" y="79510"/>
                      <a:pt x="365341" y="276615"/>
                    </a:cubicBezTo>
                    <a:cubicBezTo>
                      <a:pt x="458973" y="473719"/>
                      <a:pt x="606794" y="828502"/>
                      <a:pt x="606794" y="828502"/>
                    </a:cubicBezTo>
                    <a:lnTo>
                      <a:pt x="702" y="1005908"/>
                    </a:lnTo>
                    <a:lnTo>
                      <a:pt x="148538" y="671"/>
                    </a:lnTo>
                    <a:close/>
                  </a:path>
                </a:pathLst>
              </a:custGeom>
              <a:solidFill>
                <a:srgbClr val="1D336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6"/>
              <p:cNvSpPr/>
              <p:nvPr/>
            </p:nvSpPr>
            <p:spPr>
              <a:xfrm flipH="1">
                <a:off x="6122122" y="3481538"/>
                <a:ext cx="425257" cy="636663"/>
              </a:xfrm>
              <a:custGeom>
                <a:avLst/>
                <a:gdLst/>
                <a:ahLst/>
                <a:cxnLst/>
                <a:rect l="l" t="t" r="r" b="b"/>
                <a:pathLst>
                  <a:path w="448820" h="671940" extrusionOk="0">
                    <a:moveTo>
                      <a:pt x="447729" y="69798"/>
                    </a:moveTo>
                    <a:cubicBezTo>
                      <a:pt x="447729" y="84576"/>
                      <a:pt x="492076" y="710396"/>
                      <a:pt x="137279" y="670969"/>
                    </a:cubicBezTo>
                    <a:cubicBezTo>
                      <a:pt x="-217504" y="631543"/>
                      <a:pt x="230911" y="816"/>
                      <a:pt x="230911" y="816"/>
                    </a:cubicBezTo>
                    <a:lnTo>
                      <a:pt x="447729" y="69798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6"/>
              <p:cNvSpPr/>
              <p:nvPr/>
            </p:nvSpPr>
            <p:spPr>
              <a:xfrm flipH="1">
                <a:off x="6647675" y="715312"/>
                <a:ext cx="934003" cy="801429"/>
              </a:xfrm>
              <a:custGeom>
                <a:avLst/>
                <a:gdLst/>
                <a:ahLst/>
                <a:cxnLst/>
                <a:rect l="l" t="t" r="r" b="b"/>
                <a:pathLst>
                  <a:path w="985755" h="845835" extrusionOk="0">
                    <a:moveTo>
                      <a:pt x="1491" y="737218"/>
                    </a:moveTo>
                    <a:cubicBezTo>
                      <a:pt x="1491" y="737218"/>
                      <a:pt x="-724" y="586126"/>
                      <a:pt x="1491" y="438275"/>
                    </a:cubicBezTo>
                    <a:cubicBezTo>
                      <a:pt x="4762" y="218171"/>
                      <a:pt x="182168" y="152474"/>
                      <a:pt x="182168" y="152474"/>
                    </a:cubicBezTo>
                    <a:cubicBezTo>
                      <a:pt x="182168" y="152474"/>
                      <a:pt x="261007" y="34209"/>
                      <a:pt x="375987" y="7924"/>
                    </a:cubicBezTo>
                    <a:cubicBezTo>
                      <a:pt x="490967" y="-18346"/>
                      <a:pt x="609218" y="30923"/>
                      <a:pt x="609218" y="30923"/>
                    </a:cubicBezTo>
                    <a:cubicBezTo>
                      <a:pt x="609218" y="30923"/>
                      <a:pt x="766911" y="-47916"/>
                      <a:pt x="891748" y="63764"/>
                    </a:cubicBezTo>
                    <a:cubicBezTo>
                      <a:pt x="1016585" y="175473"/>
                      <a:pt x="1013284" y="448132"/>
                      <a:pt x="908176" y="533542"/>
                    </a:cubicBezTo>
                    <a:lnTo>
                      <a:pt x="904875" y="779930"/>
                    </a:lnTo>
                    <a:cubicBezTo>
                      <a:pt x="904875" y="779930"/>
                      <a:pt x="119742" y="954021"/>
                      <a:pt x="1491" y="737218"/>
                    </a:cubicBezTo>
                    <a:close/>
                  </a:path>
                </a:pathLst>
              </a:custGeom>
              <a:solidFill>
                <a:srgbClr val="60304A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 flipH="1">
                <a:off x="6660043" y="1045722"/>
                <a:ext cx="1021911" cy="666292"/>
              </a:xfrm>
              <a:custGeom>
                <a:avLst/>
                <a:gdLst/>
                <a:ahLst/>
                <a:cxnLst/>
                <a:rect l="l" t="t" r="r" b="b"/>
                <a:pathLst>
                  <a:path w="1078534" h="703211" extrusionOk="0">
                    <a:moveTo>
                      <a:pt x="172041" y="394683"/>
                    </a:moveTo>
                    <a:lnTo>
                      <a:pt x="191755" y="149395"/>
                    </a:lnTo>
                    <a:cubicBezTo>
                      <a:pt x="191755" y="149395"/>
                      <a:pt x="307835" y="-6097"/>
                      <a:pt x="415144" y="474"/>
                    </a:cubicBezTo>
                    <a:cubicBezTo>
                      <a:pt x="522453" y="7045"/>
                      <a:pt x="662618" y="105597"/>
                      <a:pt x="745842" y="88084"/>
                    </a:cubicBezTo>
                    <a:cubicBezTo>
                      <a:pt x="745842" y="88084"/>
                      <a:pt x="879436" y="191007"/>
                      <a:pt x="982359" y="186636"/>
                    </a:cubicBezTo>
                    <a:lnTo>
                      <a:pt x="986745" y="370599"/>
                    </a:lnTo>
                    <a:cubicBezTo>
                      <a:pt x="986745" y="370599"/>
                      <a:pt x="1041500" y="298316"/>
                      <a:pt x="1069969" y="383726"/>
                    </a:cubicBezTo>
                    <a:cubicBezTo>
                      <a:pt x="1098440" y="469136"/>
                      <a:pt x="1056827" y="589603"/>
                      <a:pt x="986745" y="598344"/>
                    </a:cubicBezTo>
                    <a:lnTo>
                      <a:pt x="204897" y="703483"/>
                    </a:lnTo>
                    <a:cubicBezTo>
                      <a:pt x="204897" y="703483"/>
                      <a:pt x="27506" y="685955"/>
                      <a:pt x="3407" y="534848"/>
                    </a:cubicBezTo>
                    <a:cubicBezTo>
                      <a:pt x="-20678" y="383726"/>
                      <a:pt x="110715" y="298316"/>
                      <a:pt x="172041" y="394683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36"/>
              <p:cNvSpPr/>
              <p:nvPr/>
            </p:nvSpPr>
            <p:spPr>
              <a:xfrm flipH="1">
                <a:off x="6808974" y="1830857"/>
                <a:ext cx="658296" cy="1013131"/>
              </a:xfrm>
              <a:custGeom>
                <a:avLst/>
                <a:gdLst/>
                <a:ahLst/>
                <a:cxnLst/>
                <a:rect l="l" t="t" r="r" b="b"/>
                <a:pathLst>
                  <a:path w="694772" h="1069268" extrusionOk="0">
                    <a:moveTo>
                      <a:pt x="695274" y="1069756"/>
                    </a:moveTo>
                    <a:cubicBezTo>
                      <a:pt x="695274" y="1069756"/>
                      <a:pt x="10343" y="463664"/>
                      <a:pt x="501" y="399602"/>
                    </a:cubicBezTo>
                    <a:cubicBezTo>
                      <a:pt x="501" y="399602"/>
                      <a:pt x="30502" y="300812"/>
                      <a:pt x="56668" y="200342"/>
                    </a:cubicBezTo>
                    <a:cubicBezTo>
                      <a:pt x="74270" y="132891"/>
                      <a:pt x="90133" y="64667"/>
                      <a:pt x="94118" y="25092"/>
                    </a:cubicBezTo>
                    <a:lnTo>
                      <a:pt x="631213" y="487"/>
                    </a:lnTo>
                    <a:cubicBezTo>
                      <a:pt x="631213" y="487"/>
                      <a:pt x="597926" y="202245"/>
                      <a:pt x="578673" y="350363"/>
                    </a:cubicBezTo>
                    <a:cubicBezTo>
                      <a:pt x="568281" y="430198"/>
                      <a:pt x="561992" y="494483"/>
                      <a:pt x="567151" y="503106"/>
                    </a:cubicBezTo>
                    <a:cubicBezTo>
                      <a:pt x="581929" y="527725"/>
                      <a:pt x="645990" y="665704"/>
                      <a:pt x="645990" y="665704"/>
                    </a:cubicBezTo>
                    <a:lnTo>
                      <a:pt x="695274" y="1069756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36"/>
              <p:cNvSpPr/>
              <p:nvPr/>
            </p:nvSpPr>
            <p:spPr>
              <a:xfrm flipH="1">
                <a:off x="6336448" y="2175883"/>
                <a:ext cx="1893399" cy="2390523"/>
              </a:xfrm>
              <a:custGeom>
                <a:avLst/>
                <a:gdLst/>
                <a:ahLst/>
                <a:cxnLst/>
                <a:rect l="l" t="t" r="r" b="b"/>
                <a:pathLst>
                  <a:path w="1998310" h="2522979" extrusionOk="0">
                    <a:moveTo>
                      <a:pt x="155839" y="2523699"/>
                    </a:moveTo>
                    <a:lnTo>
                      <a:pt x="264248" y="1710646"/>
                    </a:lnTo>
                    <a:cubicBezTo>
                      <a:pt x="264248" y="1710646"/>
                      <a:pt x="-90534" y="991194"/>
                      <a:pt x="22811" y="616698"/>
                    </a:cubicBezTo>
                    <a:cubicBezTo>
                      <a:pt x="105426" y="343787"/>
                      <a:pt x="478465" y="141508"/>
                      <a:pt x="674767" y="51861"/>
                    </a:cubicBezTo>
                    <a:cubicBezTo>
                      <a:pt x="747838" y="18485"/>
                      <a:pt x="796437" y="719"/>
                      <a:pt x="796437" y="719"/>
                    </a:cubicBezTo>
                    <a:cubicBezTo>
                      <a:pt x="840785" y="10591"/>
                      <a:pt x="1446907" y="606841"/>
                      <a:pt x="1451813" y="577241"/>
                    </a:cubicBezTo>
                    <a:cubicBezTo>
                      <a:pt x="1456763" y="547686"/>
                      <a:pt x="1372974" y="138728"/>
                      <a:pt x="1372974" y="138728"/>
                    </a:cubicBezTo>
                    <a:cubicBezTo>
                      <a:pt x="1404224" y="144541"/>
                      <a:pt x="1439592" y="157282"/>
                      <a:pt x="1477265" y="174840"/>
                    </a:cubicBezTo>
                    <a:cubicBezTo>
                      <a:pt x="1614397" y="238723"/>
                      <a:pt x="1781545" y="365924"/>
                      <a:pt x="1886653" y="451482"/>
                    </a:cubicBezTo>
                    <a:cubicBezTo>
                      <a:pt x="1904717" y="466201"/>
                      <a:pt x="1920981" y="479700"/>
                      <a:pt x="1934911" y="491430"/>
                    </a:cubicBezTo>
                    <a:cubicBezTo>
                      <a:pt x="1968704" y="519840"/>
                      <a:pt x="1988937" y="537859"/>
                      <a:pt x="1988937" y="537859"/>
                    </a:cubicBezTo>
                    <a:lnTo>
                      <a:pt x="1821418" y="1311470"/>
                    </a:lnTo>
                    <a:lnTo>
                      <a:pt x="1998779" y="2523699"/>
                    </a:lnTo>
                    <a:lnTo>
                      <a:pt x="155839" y="252369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 flipH="1">
                <a:off x="6356119" y="2744779"/>
                <a:ext cx="1083197" cy="1391261"/>
              </a:xfrm>
              <a:custGeom>
                <a:avLst/>
                <a:gdLst/>
                <a:ahLst/>
                <a:cxnLst/>
                <a:rect l="l" t="t" r="r" b="b"/>
                <a:pathLst>
                  <a:path w="1143216" h="1468349" extrusionOk="0">
                    <a:moveTo>
                      <a:pt x="936810" y="735"/>
                    </a:moveTo>
                    <a:lnTo>
                      <a:pt x="434192" y="794090"/>
                    </a:lnTo>
                    <a:cubicBezTo>
                      <a:pt x="434192" y="794090"/>
                      <a:pt x="20268" y="1074955"/>
                      <a:pt x="555" y="1099589"/>
                    </a:cubicBezTo>
                    <a:cubicBezTo>
                      <a:pt x="555" y="1099589"/>
                      <a:pt x="222309" y="1518448"/>
                      <a:pt x="522887" y="1464243"/>
                    </a:cubicBezTo>
                    <a:cubicBezTo>
                      <a:pt x="823480" y="1410039"/>
                      <a:pt x="1143772" y="291471"/>
                      <a:pt x="1143772" y="291471"/>
                    </a:cubicBezTo>
                    <a:lnTo>
                      <a:pt x="936810" y="735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36"/>
              <p:cNvSpPr/>
              <p:nvPr/>
            </p:nvSpPr>
            <p:spPr>
              <a:xfrm flipH="1">
                <a:off x="6869740" y="1830857"/>
                <a:ext cx="544380" cy="362383"/>
              </a:xfrm>
              <a:custGeom>
                <a:avLst/>
                <a:gdLst/>
                <a:ahLst/>
                <a:cxnLst/>
                <a:rect l="l" t="t" r="r" b="b"/>
                <a:pathLst>
                  <a:path w="574544" h="382462" extrusionOk="0">
                    <a:moveTo>
                      <a:pt x="575045" y="414"/>
                    </a:moveTo>
                    <a:cubicBezTo>
                      <a:pt x="575045" y="414"/>
                      <a:pt x="541758" y="202172"/>
                      <a:pt x="522505" y="350290"/>
                    </a:cubicBezTo>
                    <a:cubicBezTo>
                      <a:pt x="335569" y="450017"/>
                      <a:pt x="114202" y="298018"/>
                      <a:pt x="500" y="200269"/>
                    </a:cubicBezTo>
                    <a:cubicBezTo>
                      <a:pt x="18103" y="132818"/>
                      <a:pt x="33965" y="64594"/>
                      <a:pt x="37950" y="25018"/>
                    </a:cubicBezTo>
                    <a:lnTo>
                      <a:pt x="575045" y="414"/>
                    </a:ln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6"/>
              <p:cNvSpPr/>
              <p:nvPr/>
            </p:nvSpPr>
            <p:spPr>
              <a:xfrm flipH="1">
                <a:off x="6733590" y="863480"/>
                <a:ext cx="240816" cy="259274"/>
              </a:xfrm>
              <a:custGeom>
                <a:avLst/>
                <a:gdLst/>
                <a:ahLst/>
                <a:cxnLst/>
                <a:rect l="l" t="t" r="r" b="b"/>
                <a:pathLst>
                  <a:path w="254159" h="273640" extrusionOk="0">
                    <a:moveTo>
                      <a:pt x="254426" y="77428"/>
                    </a:moveTo>
                    <a:cubicBezTo>
                      <a:pt x="252835" y="51084"/>
                      <a:pt x="244688" y="22466"/>
                      <a:pt x="227888" y="1637"/>
                    </a:cubicBezTo>
                    <a:cubicBezTo>
                      <a:pt x="225168" y="-1723"/>
                      <a:pt x="218626" y="1236"/>
                      <a:pt x="220827" y="5517"/>
                    </a:cubicBezTo>
                    <a:cubicBezTo>
                      <a:pt x="231174" y="25647"/>
                      <a:pt x="239276" y="45866"/>
                      <a:pt x="241923" y="68553"/>
                    </a:cubicBezTo>
                    <a:cubicBezTo>
                      <a:pt x="244509" y="90794"/>
                      <a:pt x="242532" y="113704"/>
                      <a:pt x="235351" y="134978"/>
                    </a:cubicBezTo>
                    <a:cubicBezTo>
                      <a:pt x="221317" y="176590"/>
                      <a:pt x="188075" y="208658"/>
                      <a:pt x="147057" y="223689"/>
                    </a:cubicBezTo>
                    <a:cubicBezTo>
                      <a:pt x="126318" y="231286"/>
                      <a:pt x="104612" y="234155"/>
                      <a:pt x="82699" y="233278"/>
                    </a:cubicBezTo>
                    <a:cubicBezTo>
                      <a:pt x="103958" y="216166"/>
                      <a:pt x="122467" y="195412"/>
                      <a:pt x="136725" y="172130"/>
                    </a:cubicBezTo>
                    <a:cubicBezTo>
                      <a:pt x="145095" y="158453"/>
                      <a:pt x="152067" y="143809"/>
                      <a:pt x="155933" y="128214"/>
                    </a:cubicBezTo>
                    <a:cubicBezTo>
                      <a:pt x="156899" y="124289"/>
                      <a:pt x="151101" y="122936"/>
                      <a:pt x="149436" y="126266"/>
                    </a:cubicBezTo>
                    <a:cubicBezTo>
                      <a:pt x="137186" y="150677"/>
                      <a:pt x="124534" y="174450"/>
                      <a:pt x="106709" y="195397"/>
                    </a:cubicBezTo>
                    <a:cubicBezTo>
                      <a:pt x="89077" y="216121"/>
                      <a:pt x="67951" y="233620"/>
                      <a:pt x="44565" y="247520"/>
                    </a:cubicBezTo>
                    <a:cubicBezTo>
                      <a:pt x="30977" y="255578"/>
                      <a:pt x="16184" y="260737"/>
                      <a:pt x="2314" y="268066"/>
                    </a:cubicBezTo>
                    <a:cubicBezTo>
                      <a:pt x="-407" y="269508"/>
                      <a:pt x="54" y="274280"/>
                      <a:pt x="3652" y="273790"/>
                    </a:cubicBezTo>
                    <a:cubicBezTo>
                      <a:pt x="17493" y="271872"/>
                      <a:pt x="31215" y="265271"/>
                      <a:pt x="43495" y="258908"/>
                    </a:cubicBezTo>
                    <a:cubicBezTo>
                      <a:pt x="54021" y="253452"/>
                      <a:pt x="64085" y="247178"/>
                      <a:pt x="73660" y="240206"/>
                    </a:cubicBezTo>
                    <a:cubicBezTo>
                      <a:pt x="73972" y="240354"/>
                      <a:pt x="74254" y="240533"/>
                      <a:pt x="74641" y="240622"/>
                    </a:cubicBezTo>
                    <a:cubicBezTo>
                      <a:pt x="119598" y="250672"/>
                      <a:pt x="169209" y="233843"/>
                      <a:pt x="203150" y="203826"/>
                    </a:cubicBezTo>
                    <a:cubicBezTo>
                      <a:pt x="239083" y="172026"/>
                      <a:pt x="257325" y="125166"/>
                      <a:pt x="254426" y="77428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 flipH="1">
                <a:off x="6940007" y="863563"/>
                <a:ext cx="483697" cy="164605"/>
              </a:xfrm>
              <a:custGeom>
                <a:avLst/>
                <a:gdLst/>
                <a:ahLst/>
                <a:cxnLst/>
                <a:rect l="l" t="t" r="r" b="b"/>
                <a:pathLst>
                  <a:path w="510498" h="173726" extrusionOk="0">
                    <a:moveTo>
                      <a:pt x="503544" y="40771"/>
                    </a:moveTo>
                    <a:cubicBezTo>
                      <a:pt x="497731" y="46421"/>
                      <a:pt x="492439" y="52546"/>
                      <a:pt x="486477" y="58062"/>
                    </a:cubicBezTo>
                    <a:cubicBezTo>
                      <a:pt x="480843" y="63280"/>
                      <a:pt x="474866" y="68126"/>
                      <a:pt x="468711" y="72705"/>
                    </a:cubicBezTo>
                    <a:cubicBezTo>
                      <a:pt x="456045" y="82072"/>
                      <a:pt x="442441" y="89891"/>
                      <a:pt x="427798" y="95734"/>
                    </a:cubicBezTo>
                    <a:cubicBezTo>
                      <a:pt x="396637" y="108163"/>
                      <a:pt x="362681" y="111047"/>
                      <a:pt x="329721" y="105085"/>
                    </a:cubicBezTo>
                    <a:cubicBezTo>
                      <a:pt x="316266" y="102662"/>
                      <a:pt x="303585" y="98380"/>
                      <a:pt x="291023" y="93534"/>
                    </a:cubicBezTo>
                    <a:cubicBezTo>
                      <a:pt x="323789" y="90992"/>
                      <a:pt x="356035" y="85357"/>
                      <a:pt x="386691" y="71754"/>
                    </a:cubicBezTo>
                    <a:cubicBezTo>
                      <a:pt x="417852" y="57957"/>
                      <a:pt x="445608" y="37055"/>
                      <a:pt x="460772" y="5924"/>
                    </a:cubicBezTo>
                    <a:cubicBezTo>
                      <a:pt x="462750" y="1865"/>
                      <a:pt x="456520" y="-2119"/>
                      <a:pt x="453919" y="1746"/>
                    </a:cubicBezTo>
                    <a:cubicBezTo>
                      <a:pt x="417614" y="55519"/>
                      <a:pt x="354028" y="76452"/>
                      <a:pt x="292123" y="81626"/>
                    </a:cubicBezTo>
                    <a:cubicBezTo>
                      <a:pt x="220420" y="87617"/>
                      <a:pt x="146115" y="78474"/>
                      <a:pt x="77980" y="106661"/>
                    </a:cubicBezTo>
                    <a:cubicBezTo>
                      <a:pt x="46656" y="119610"/>
                      <a:pt x="19108" y="139993"/>
                      <a:pt x="985" y="168983"/>
                    </a:cubicBezTo>
                    <a:cubicBezTo>
                      <a:pt x="-992" y="172150"/>
                      <a:pt x="3468" y="175881"/>
                      <a:pt x="5579" y="172670"/>
                    </a:cubicBezTo>
                    <a:cubicBezTo>
                      <a:pt x="41230" y="118347"/>
                      <a:pt x="111148" y="101265"/>
                      <a:pt x="172043" y="97548"/>
                    </a:cubicBezTo>
                    <a:cubicBezTo>
                      <a:pt x="205791" y="95496"/>
                      <a:pt x="240297" y="96269"/>
                      <a:pt x="274401" y="94575"/>
                    </a:cubicBezTo>
                    <a:cubicBezTo>
                      <a:pt x="302530" y="114422"/>
                      <a:pt x="340945" y="121365"/>
                      <a:pt x="374634" y="119581"/>
                    </a:cubicBezTo>
                    <a:cubicBezTo>
                      <a:pt x="409155" y="117752"/>
                      <a:pt x="442709" y="105680"/>
                      <a:pt x="470926" y="85773"/>
                    </a:cubicBezTo>
                    <a:cubicBezTo>
                      <a:pt x="486001" y="75158"/>
                      <a:pt x="501285" y="61139"/>
                      <a:pt x="510428" y="44964"/>
                    </a:cubicBezTo>
                    <a:cubicBezTo>
                      <a:pt x="512910" y="40578"/>
                      <a:pt x="506547" y="37872"/>
                      <a:pt x="503544" y="40771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6"/>
              <p:cNvSpPr/>
              <p:nvPr/>
            </p:nvSpPr>
            <p:spPr>
              <a:xfrm flipH="1">
                <a:off x="7294344" y="800172"/>
                <a:ext cx="109832" cy="62994"/>
              </a:xfrm>
              <a:custGeom>
                <a:avLst/>
                <a:gdLst/>
                <a:ahLst/>
                <a:cxnLst/>
                <a:rect l="l" t="t" r="r" b="b"/>
                <a:pathLst>
                  <a:path w="115918" h="66484" extrusionOk="0">
                    <a:moveTo>
                      <a:pt x="110650" y="694"/>
                    </a:moveTo>
                    <a:cubicBezTo>
                      <a:pt x="101938" y="5956"/>
                      <a:pt x="93939" y="12468"/>
                      <a:pt x="85391" y="18028"/>
                    </a:cubicBezTo>
                    <a:cubicBezTo>
                      <a:pt x="76530" y="23812"/>
                      <a:pt x="67566" y="29461"/>
                      <a:pt x="58259" y="34516"/>
                    </a:cubicBezTo>
                    <a:cubicBezTo>
                      <a:pt x="49235" y="39407"/>
                      <a:pt x="39913" y="43822"/>
                      <a:pt x="30458" y="47792"/>
                    </a:cubicBezTo>
                    <a:cubicBezTo>
                      <a:pt x="21136" y="51702"/>
                      <a:pt x="10774" y="54467"/>
                      <a:pt x="2092" y="59656"/>
                    </a:cubicBezTo>
                    <a:cubicBezTo>
                      <a:pt x="-1417" y="61752"/>
                      <a:pt x="1289" y="66792"/>
                      <a:pt x="4783" y="66628"/>
                    </a:cubicBezTo>
                    <a:cubicBezTo>
                      <a:pt x="15026" y="66167"/>
                      <a:pt x="25819" y="61425"/>
                      <a:pt x="35200" y="57604"/>
                    </a:cubicBezTo>
                    <a:cubicBezTo>
                      <a:pt x="45251" y="53516"/>
                      <a:pt x="54988" y="48803"/>
                      <a:pt x="64503" y="43599"/>
                    </a:cubicBezTo>
                    <a:cubicBezTo>
                      <a:pt x="82581" y="33713"/>
                      <a:pt x="102131" y="21745"/>
                      <a:pt x="115511" y="5763"/>
                    </a:cubicBezTo>
                    <a:cubicBezTo>
                      <a:pt x="118232" y="2507"/>
                      <a:pt x="113920" y="-1284"/>
                      <a:pt x="110650" y="694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36"/>
              <p:cNvSpPr/>
              <p:nvPr/>
            </p:nvSpPr>
            <p:spPr>
              <a:xfrm flipH="1">
                <a:off x="7500288" y="1172853"/>
                <a:ext cx="35139" cy="59792"/>
              </a:xfrm>
              <a:custGeom>
                <a:avLst/>
                <a:gdLst/>
                <a:ahLst/>
                <a:cxnLst/>
                <a:rect l="l" t="t" r="r" b="b"/>
                <a:pathLst>
                  <a:path w="37086" h="63105" extrusionOk="0">
                    <a:moveTo>
                      <a:pt x="31081" y="1420"/>
                    </a:moveTo>
                    <a:cubicBezTo>
                      <a:pt x="24227" y="9463"/>
                      <a:pt x="19589" y="19706"/>
                      <a:pt x="14653" y="28983"/>
                    </a:cubicBezTo>
                    <a:cubicBezTo>
                      <a:pt x="12230" y="33562"/>
                      <a:pt x="9851" y="38141"/>
                      <a:pt x="7487" y="42750"/>
                    </a:cubicBezTo>
                    <a:cubicBezTo>
                      <a:pt x="4960" y="47730"/>
                      <a:pt x="2804" y="52725"/>
                      <a:pt x="693" y="57869"/>
                    </a:cubicBezTo>
                    <a:cubicBezTo>
                      <a:pt x="-883" y="61705"/>
                      <a:pt x="4663" y="65556"/>
                      <a:pt x="7130" y="61809"/>
                    </a:cubicBezTo>
                    <a:cubicBezTo>
                      <a:pt x="10238" y="57171"/>
                      <a:pt x="13211" y="52607"/>
                      <a:pt x="15932" y="47715"/>
                    </a:cubicBezTo>
                    <a:cubicBezTo>
                      <a:pt x="18533" y="43017"/>
                      <a:pt x="21105" y="38319"/>
                      <a:pt x="23633" y="33592"/>
                    </a:cubicBezTo>
                    <a:cubicBezTo>
                      <a:pt x="28658" y="24151"/>
                      <a:pt x="34456" y="14562"/>
                      <a:pt x="37370" y="4215"/>
                    </a:cubicBezTo>
                    <a:cubicBezTo>
                      <a:pt x="38395" y="573"/>
                      <a:pt x="33192" y="-1063"/>
                      <a:pt x="31081" y="142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 flipH="1">
                <a:off x="7503446" y="1458212"/>
                <a:ext cx="115478" cy="179274"/>
              </a:xfrm>
              <a:custGeom>
                <a:avLst/>
                <a:gdLst/>
                <a:ahLst/>
                <a:cxnLst/>
                <a:rect l="l" t="t" r="r" b="b"/>
                <a:pathLst>
                  <a:path w="121876" h="189207" extrusionOk="0">
                    <a:moveTo>
                      <a:pt x="109597" y="131883"/>
                    </a:moveTo>
                    <a:cubicBezTo>
                      <a:pt x="103175" y="114578"/>
                      <a:pt x="95102" y="97868"/>
                      <a:pt x="85766" y="81946"/>
                    </a:cubicBezTo>
                    <a:cubicBezTo>
                      <a:pt x="76415" y="66023"/>
                      <a:pt x="65725" y="50829"/>
                      <a:pt x="53639" y="36854"/>
                    </a:cubicBezTo>
                    <a:cubicBezTo>
                      <a:pt x="42013" y="23400"/>
                      <a:pt x="28811" y="9945"/>
                      <a:pt x="13483" y="698"/>
                    </a:cubicBezTo>
                    <a:cubicBezTo>
                      <a:pt x="10718" y="-982"/>
                      <a:pt x="7611" y="3181"/>
                      <a:pt x="9588" y="5545"/>
                    </a:cubicBezTo>
                    <a:cubicBezTo>
                      <a:pt x="20976" y="19148"/>
                      <a:pt x="33762" y="31577"/>
                      <a:pt x="44971" y="45388"/>
                    </a:cubicBezTo>
                    <a:cubicBezTo>
                      <a:pt x="56077" y="59080"/>
                      <a:pt x="66231" y="73501"/>
                      <a:pt x="75106" y="88725"/>
                    </a:cubicBezTo>
                    <a:cubicBezTo>
                      <a:pt x="76905" y="91832"/>
                      <a:pt x="78630" y="94969"/>
                      <a:pt x="80325" y="98121"/>
                    </a:cubicBezTo>
                    <a:cubicBezTo>
                      <a:pt x="71969" y="90613"/>
                      <a:pt x="62811" y="83834"/>
                      <a:pt x="53921" y="77322"/>
                    </a:cubicBezTo>
                    <a:cubicBezTo>
                      <a:pt x="39010" y="66380"/>
                      <a:pt x="23191" y="54576"/>
                      <a:pt x="5931" y="47663"/>
                    </a:cubicBezTo>
                    <a:cubicBezTo>
                      <a:pt x="1828" y="46012"/>
                      <a:pt x="-1666" y="51439"/>
                      <a:pt x="1857" y="54353"/>
                    </a:cubicBezTo>
                    <a:cubicBezTo>
                      <a:pt x="16189" y="66142"/>
                      <a:pt x="32676" y="75478"/>
                      <a:pt x="47692" y="86406"/>
                    </a:cubicBezTo>
                    <a:cubicBezTo>
                      <a:pt x="61771" y="96634"/>
                      <a:pt x="75077" y="108245"/>
                      <a:pt x="89884" y="117433"/>
                    </a:cubicBezTo>
                    <a:cubicBezTo>
                      <a:pt x="92723" y="123677"/>
                      <a:pt x="95444" y="129965"/>
                      <a:pt x="97927" y="136358"/>
                    </a:cubicBezTo>
                    <a:cubicBezTo>
                      <a:pt x="104379" y="153024"/>
                      <a:pt x="108809" y="170299"/>
                      <a:pt x="114830" y="187084"/>
                    </a:cubicBezTo>
                    <a:cubicBezTo>
                      <a:pt x="116347" y="191321"/>
                      <a:pt x="122457" y="189567"/>
                      <a:pt x="122279" y="185330"/>
                    </a:cubicBezTo>
                    <a:cubicBezTo>
                      <a:pt x="121476" y="167326"/>
                      <a:pt x="115812" y="148683"/>
                      <a:pt x="109597" y="131883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6"/>
              <p:cNvSpPr/>
              <p:nvPr/>
            </p:nvSpPr>
            <p:spPr>
              <a:xfrm flipH="1">
                <a:off x="6698115" y="1414322"/>
                <a:ext cx="43092" cy="114013"/>
              </a:xfrm>
              <a:custGeom>
                <a:avLst/>
                <a:gdLst/>
                <a:ahLst/>
                <a:cxnLst/>
                <a:rect l="l" t="t" r="r" b="b"/>
                <a:pathLst>
                  <a:path w="45480" h="120330" extrusionOk="0">
                    <a:moveTo>
                      <a:pt x="38782" y="1718"/>
                    </a:moveTo>
                    <a:cubicBezTo>
                      <a:pt x="23767" y="16748"/>
                      <a:pt x="13672" y="36150"/>
                      <a:pt x="7488" y="56383"/>
                    </a:cubicBezTo>
                    <a:cubicBezTo>
                      <a:pt x="1660" y="75428"/>
                      <a:pt x="-2518" y="98709"/>
                      <a:pt x="3622" y="118230"/>
                    </a:cubicBezTo>
                    <a:cubicBezTo>
                      <a:pt x="4767" y="121887"/>
                      <a:pt x="10446" y="121129"/>
                      <a:pt x="10967" y="117471"/>
                    </a:cubicBezTo>
                    <a:cubicBezTo>
                      <a:pt x="12320" y="107957"/>
                      <a:pt x="12349" y="98174"/>
                      <a:pt x="13479" y="88585"/>
                    </a:cubicBezTo>
                    <a:cubicBezTo>
                      <a:pt x="14624" y="78907"/>
                      <a:pt x="16512" y="69258"/>
                      <a:pt x="19292" y="59907"/>
                    </a:cubicBezTo>
                    <a:cubicBezTo>
                      <a:pt x="24912" y="40907"/>
                      <a:pt x="34441" y="23394"/>
                      <a:pt x="45250" y="6892"/>
                    </a:cubicBezTo>
                    <a:cubicBezTo>
                      <a:pt x="48208" y="2402"/>
                      <a:pt x="42559" y="-2073"/>
                      <a:pt x="38782" y="1718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6"/>
              <p:cNvSpPr/>
              <p:nvPr/>
            </p:nvSpPr>
            <p:spPr>
              <a:xfrm flipH="1">
                <a:off x="5994339" y="1825316"/>
                <a:ext cx="609258" cy="1188842"/>
              </a:xfrm>
              <a:custGeom>
                <a:avLst/>
                <a:gdLst/>
                <a:ahLst/>
                <a:cxnLst/>
                <a:rect l="l" t="t" r="r" b="b"/>
                <a:pathLst>
                  <a:path w="643016" h="1254715" extrusionOk="0">
                    <a:moveTo>
                      <a:pt x="331388" y="271883"/>
                    </a:moveTo>
                    <a:cubicBezTo>
                      <a:pt x="331388" y="271883"/>
                      <a:pt x="138669" y="609152"/>
                      <a:pt x="121141" y="668293"/>
                    </a:cubicBezTo>
                    <a:cubicBezTo>
                      <a:pt x="103628" y="727418"/>
                      <a:pt x="690" y="1053746"/>
                      <a:pt x="690" y="1053746"/>
                    </a:cubicBezTo>
                    <a:lnTo>
                      <a:pt x="230651" y="1255221"/>
                    </a:lnTo>
                    <a:cubicBezTo>
                      <a:pt x="230651" y="1255221"/>
                      <a:pt x="491267" y="946422"/>
                      <a:pt x="567920" y="755903"/>
                    </a:cubicBezTo>
                    <a:cubicBezTo>
                      <a:pt x="644559" y="565354"/>
                      <a:pt x="646759" y="534699"/>
                      <a:pt x="642373" y="477759"/>
                    </a:cubicBezTo>
                    <a:cubicBezTo>
                      <a:pt x="637988" y="420804"/>
                      <a:pt x="554778" y="234656"/>
                      <a:pt x="554778" y="234656"/>
                    </a:cubicBezTo>
                    <a:cubicBezTo>
                      <a:pt x="554778" y="234656"/>
                      <a:pt x="519722" y="175516"/>
                      <a:pt x="493452" y="144860"/>
                    </a:cubicBezTo>
                    <a:cubicBezTo>
                      <a:pt x="467167" y="114205"/>
                      <a:pt x="324817" y="-17203"/>
                      <a:pt x="300718" y="2510"/>
                    </a:cubicBezTo>
                    <a:cubicBezTo>
                      <a:pt x="276634" y="22224"/>
                      <a:pt x="281020" y="55065"/>
                      <a:pt x="281020" y="55065"/>
                    </a:cubicBezTo>
                    <a:cubicBezTo>
                      <a:pt x="281020" y="55065"/>
                      <a:pt x="232821" y="55065"/>
                      <a:pt x="270063" y="138304"/>
                    </a:cubicBezTo>
                    <a:cubicBezTo>
                      <a:pt x="270063" y="138304"/>
                      <a:pt x="226265" y="197430"/>
                      <a:pt x="331388" y="2718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6"/>
              <p:cNvSpPr/>
              <p:nvPr/>
            </p:nvSpPr>
            <p:spPr>
              <a:xfrm flipH="1">
                <a:off x="5954102" y="2897574"/>
                <a:ext cx="506749" cy="825015"/>
              </a:xfrm>
              <a:custGeom>
                <a:avLst/>
                <a:gdLst/>
                <a:ahLst/>
                <a:cxnLst/>
                <a:rect l="l" t="t" r="r" b="b"/>
                <a:pathLst>
                  <a:path w="534827" h="870728" extrusionOk="0">
                    <a:moveTo>
                      <a:pt x="191504" y="23765"/>
                    </a:moveTo>
                    <a:cubicBezTo>
                      <a:pt x="191504" y="23765"/>
                      <a:pt x="88581" y="71934"/>
                      <a:pt x="49154" y="150773"/>
                    </a:cubicBezTo>
                    <a:cubicBezTo>
                      <a:pt x="9742" y="229611"/>
                      <a:pt x="-34071" y="334750"/>
                      <a:pt x="165234" y="220855"/>
                    </a:cubicBezTo>
                    <a:cubicBezTo>
                      <a:pt x="165234" y="220855"/>
                      <a:pt x="18498" y="290937"/>
                      <a:pt x="3171" y="453016"/>
                    </a:cubicBezTo>
                    <a:cubicBezTo>
                      <a:pt x="-12157" y="615064"/>
                      <a:pt x="49154" y="720188"/>
                      <a:pt x="49154" y="720188"/>
                    </a:cubicBezTo>
                    <a:lnTo>
                      <a:pt x="31641" y="785885"/>
                    </a:lnTo>
                    <a:cubicBezTo>
                      <a:pt x="31641" y="785885"/>
                      <a:pt x="325098" y="899780"/>
                      <a:pt x="373281" y="864739"/>
                    </a:cubicBezTo>
                    <a:cubicBezTo>
                      <a:pt x="371096" y="853796"/>
                      <a:pt x="397365" y="702675"/>
                      <a:pt x="408322" y="687332"/>
                    </a:cubicBezTo>
                    <a:cubicBezTo>
                      <a:pt x="419279" y="672005"/>
                      <a:pt x="528773" y="490227"/>
                      <a:pt x="535345" y="433287"/>
                    </a:cubicBezTo>
                    <a:cubicBezTo>
                      <a:pt x="541916" y="376347"/>
                      <a:pt x="379852" y="117932"/>
                      <a:pt x="307585" y="100404"/>
                    </a:cubicBezTo>
                    <a:cubicBezTo>
                      <a:pt x="307585" y="100404"/>
                      <a:pt x="331669" y="69748"/>
                      <a:pt x="305384" y="21565"/>
                    </a:cubicBezTo>
                    <a:cubicBezTo>
                      <a:pt x="279114" y="-26619"/>
                      <a:pt x="191504" y="23765"/>
                      <a:pt x="191504" y="23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6"/>
              <p:cNvSpPr/>
              <p:nvPr/>
            </p:nvSpPr>
            <p:spPr>
              <a:xfrm flipH="1">
                <a:off x="6269314" y="1955839"/>
                <a:ext cx="76695" cy="97592"/>
              </a:xfrm>
              <a:custGeom>
                <a:avLst/>
                <a:gdLst/>
                <a:ahLst/>
                <a:cxnLst/>
                <a:rect l="l" t="t" r="r" b="b"/>
                <a:pathLst>
                  <a:path w="80945" h="102999" extrusionOk="0">
                    <a:moveTo>
                      <a:pt x="81154" y="97330"/>
                    </a:moveTo>
                    <a:cubicBezTo>
                      <a:pt x="76233" y="88812"/>
                      <a:pt x="69111" y="81705"/>
                      <a:pt x="62659" y="74331"/>
                    </a:cubicBezTo>
                    <a:cubicBezTo>
                      <a:pt x="55954" y="66675"/>
                      <a:pt x="49487" y="58810"/>
                      <a:pt x="43258" y="50767"/>
                    </a:cubicBezTo>
                    <a:cubicBezTo>
                      <a:pt x="30978" y="34889"/>
                      <a:pt x="20185" y="18001"/>
                      <a:pt x="8157" y="1959"/>
                    </a:cubicBezTo>
                    <a:cubicBezTo>
                      <a:pt x="5481" y="-1609"/>
                      <a:pt x="-926" y="1543"/>
                      <a:pt x="1066" y="5854"/>
                    </a:cubicBezTo>
                    <a:cubicBezTo>
                      <a:pt x="9689" y="24527"/>
                      <a:pt x="22058" y="41966"/>
                      <a:pt x="34576" y="58216"/>
                    </a:cubicBezTo>
                    <a:cubicBezTo>
                      <a:pt x="40790" y="66273"/>
                      <a:pt x="47242" y="74153"/>
                      <a:pt x="53932" y="81809"/>
                    </a:cubicBezTo>
                    <a:cubicBezTo>
                      <a:pt x="60741" y="89629"/>
                      <a:pt x="67744" y="97494"/>
                      <a:pt x="76679" y="102890"/>
                    </a:cubicBezTo>
                    <a:cubicBezTo>
                      <a:pt x="80217" y="105031"/>
                      <a:pt x="82729" y="100066"/>
                      <a:pt x="81154" y="97330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6"/>
              <p:cNvSpPr/>
              <p:nvPr/>
            </p:nvSpPr>
            <p:spPr>
              <a:xfrm flipH="1">
                <a:off x="6203736" y="1867586"/>
                <a:ext cx="137374" cy="560983"/>
              </a:xfrm>
              <a:custGeom>
                <a:avLst/>
                <a:gdLst/>
                <a:ahLst/>
                <a:cxnLst/>
                <a:rect l="l" t="t" r="r" b="b"/>
                <a:pathLst>
                  <a:path w="144986" h="592067" extrusionOk="0">
                    <a:moveTo>
                      <a:pt x="145294" y="199009"/>
                    </a:moveTo>
                    <a:cubicBezTo>
                      <a:pt x="141652" y="160118"/>
                      <a:pt x="105733" y="137371"/>
                      <a:pt x="81500" y="110908"/>
                    </a:cubicBezTo>
                    <a:cubicBezTo>
                      <a:pt x="52094" y="78796"/>
                      <a:pt x="26240" y="41599"/>
                      <a:pt x="7181" y="2410"/>
                    </a:cubicBezTo>
                    <a:cubicBezTo>
                      <a:pt x="5352" y="-1381"/>
                      <a:pt x="-713" y="804"/>
                      <a:pt x="996" y="4789"/>
                    </a:cubicBezTo>
                    <a:cubicBezTo>
                      <a:pt x="16175" y="40216"/>
                      <a:pt x="35190" y="72938"/>
                      <a:pt x="59780" y="102746"/>
                    </a:cubicBezTo>
                    <a:cubicBezTo>
                      <a:pt x="71822" y="117346"/>
                      <a:pt x="84905" y="130993"/>
                      <a:pt x="98627" y="144017"/>
                    </a:cubicBezTo>
                    <a:cubicBezTo>
                      <a:pt x="111294" y="156014"/>
                      <a:pt x="125789" y="169097"/>
                      <a:pt x="130888" y="186402"/>
                    </a:cubicBezTo>
                    <a:cubicBezTo>
                      <a:pt x="136716" y="206175"/>
                      <a:pt x="132063" y="227167"/>
                      <a:pt x="127602" y="246687"/>
                    </a:cubicBezTo>
                    <a:cubicBezTo>
                      <a:pt x="122667" y="268363"/>
                      <a:pt x="117701" y="290039"/>
                      <a:pt x="112765" y="311700"/>
                    </a:cubicBezTo>
                    <a:cubicBezTo>
                      <a:pt x="102938" y="354754"/>
                      <a:pt x="93126" y="397809"/>
                      <a:pt x="83344" y="440863"/>
                    </a:cubicBezTo>
                    <a:cubicBezTo>
                      <a:pt x="72209" y="489864"/>
                      <a:pt x="61564" y="538895"/>
                      <a:pt x="52228" y="588268"/>
                    </a:cubicBezTo>
                    <a:cubicBezTo>
                      <a:pt x="51306" y="593174"/>
                      <a:pt x="58516" y="594141"/>
                      <a:pt x="59750" y="589502"/>
                    </a:cubicBezTo>
                    <a:cubicBezTo>
                      <a:pt x="82898" y="502724"/>
                      <a:pt x="101957" y="414936"/>
                      <a:pt x="121864" y="327370"/>
                    </a:cubicBezTo>
                    <a:cubicBezTo>
                      <a:pt x="126874" y="305307"/>
                      <a:pt x="131914" y="283260"/>
                      <a:pt x="136894" y="261197"/>
                    </a:cubicBezTo>
                    <a:cubicBezTo>
                      <a:pt x="141473" y="240919"/>
                      <a:pt x="147242" y="219986"/>
                      <a:pt x="145294" y="199009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6"/>
              <p:cNvSpPr/>
              <p:nvPr/>
            </p:nvSpPr>
            <p:spPr>
              <a:xfrm flipH="1">
                <a:off x="6056905" y="2091484"/>
                <a:ext cx="30420" cy="280108"/>
              </a:xfrm>
              <a:custGeom>
                <a:avLst/>
                <a:gdLst/>
                <a:ahLst/>
                <a:cxnLst/>
                <a:rect l="l" t="t" r="r" b="b"/>
                <a:pathLst>
                  <a:path w="32106" h="295629" extrusionOk="0">
                    <a:moveTo>
                      <a:pt x="32524" y="67799"/>
                    </a:moveTo>
                    <a:cubicBezTo>
                      <a:pt x="31945" y="46375"/>
                      <a:pt x="30963" y="24328"/>
                      <a:pt x="26206" y="3336"/>
                    </a:cubicBezTo>
                    <a:cubicBezTo>
                      <a:pt x="25478" y="95"/>
                      <a:pt x="19888" y="-961"/>
                      <a:pt x="19694" y="3128"/>
                    </a:cubicBezTo>
                    <a:cubicBezTo>
                      <a:pt x="18877" y="21548"/>
                      <a:pt x="20051" y="40087"/>
                      <a:pt x="20363" y="58507"/>
                    </a:cubicBezTo>
                    <a:cubicBezTo>
                      <a:pt x="20690" y="77343"/>
                      <a:pt x="20750" y="96179"/>
                      <a:pt x="20170" y="115001"/>
                    </a:cubicBezTo>
                    <a:cubicBezTo>
                      <a:pt x="19010" y="152882"/>
                      <a:pt x="14996" y="190391"/>
                      <a:pt x="10120" y="227944"/>
                    </a:cubicBezTo>
                    <a:cubicBezTo>
                      <a:pt x="7340" y="249367"/>
                      <a:pt x="3608" y="270672"/>
                      <a:pt x="769" y="292080"/>
                    </a:cubicBezTo>
                    <a:cubicBezTo>
                      <a:pt x="293" y="295767"/>
                      <a:pt x="6091" y="297908"/>
                      <a:pt x="7310" y="294042"/>
                    </a:cubicBezTo>
                    <a:cubicBezTo>
                      <a:pt x="18728" y="257856"/>
                      <a:pt x="24511" y="219872"/>
                      <a:pt x="28272" y="182199"/>
                    </a:cubicBezTo>
                    <a:cubicBezTo>
                      <a:pt x="32079" y="144214"/>
                      <a:pt x="33565" y="105977"/>
                      <a:pt x="32524" y="67799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6"/>
              <p:cNvSpPr/>
              <p:nvPr/>
            </p:nvSpPr>
            <p:spPr>
              <a:xfrm flipH="1">
                <a:off x="6285669" y="2708827"/>
                <a:ext cx="106304" cy="287573"/>
              </a:xfrm>
              <a:custGeom>
                <a:avLst/>
                <a:gdLst/>
                <a:ahLst/>
                <a:cxnLst/>
                <a:rect l="l" t="t" r="r" b="b"/>
                <a:pathLst>
                  <a:path w="112194" h="303507" extrusionOk="0">
                    <a:moveTo>
                      <a:pt x="105828" y="58695"/>
                    </a:moveTo>
                    <a:cubicBezTo>
                      <a:pt x="109486" y="40736"/>
                      <a:pt x="112682" y="22048"/>
                      <a:pt x="112875" y="3688"/>
                    </a:cubicBezTo>
                    <a:cubicBezTo>
                      <a:pt x="112905" y="-534"/>
                      <a:pt x="106676" y="-237"/>
                      <a:pt x="105813" y="3450"/>
                    </a:cubicBezTo>
                    <a:cubicBezTo>
                      <a:pt x="102231" y="18986"/>
                      <a:pt x="99792" y="34804"/>
                      <a:pt x="96358" y="50355"/>
                    </a:cubicBezTo>
                    <a:cubicBezTo>
                      <a:pt x="92909" y="65920"/>
                      <a:pt x="89058" y="81427"/>
                      <a:pt x="84569" y="96739"/>
                    </a:cubicBezTo>
                    <a:cubicBezTo>
                      <a:pt x="75515" y="127677"/>
                      <a:pt x="63621" y="157857"/>
                      <a:pt x="49810" y="186981"/>
                    </a:cubicBezTo>
                    <a:cubicBezTo>
                      <a:pt x="49929" y="186342"/>
                      <a:pt x="50048" y="185703"/>
                      <a:pt x="50152" y="185064"/>
                    </a:cubicBezTo>
                    <a:cubicBezTo>
                      <a:pt x="53096" y="167654"/>
                      <a:pt x="55192" y="150052"/>
                      <a:pt x="56545" y="132450"/>
                    </a:cubicBezTo>
                    <a:cubicBezTo>
                      <a:pt x="57898" y="114713"/>
                      <a:pt x="59206" y="95877"/>
                      <a:pt x="56693" y="78201"/>
                    </a:cubicBezTo>
                    <a:cubicBezTo>
                      <a:pt x="56113" y="74142"/>
                      <a:pt x="49855" y="73607"/>
                      <a:pt x="49275" y="77963"/>
                    </a:cubicBezTo>
                    <a:cubicBezTo>
                      <a:pt x="46985" y="95342"/>
                      <a:pt x="46971" y="113167"/>
                      <a:pt x="45543" y="130636"/>
                    </a:cubicBezTo>
                    <a:cubicBezTo>
                      <a:pt x="44101" y="148268"/>
                      <a:pt x="41916" y="165796"/>
                      <a:pt x="39076" y="183250"/>
                    </a:cubicBezTo>
                    <a:cubicBezTo>
                      <a:pt x="36816" y="197120"/>
                      <a:pt x="34006" y="210828"/>
                      <a:pt x="30885" y="224475"/>
                    </a:cubicBezTo>
                    <a:cubicBezTo>
                      <a:pt x="28892" y="228192"/>
                      <a:pt x="26975" y="231968"/>
                      <a:pt x="24923" y="235640"/>
                    </a:cubicBezTo>
                    <a:cubicBezTo>
                      <a:pt x="23852" y="237573"/>
                      <a:pt x="25384" y="239491"/>
                      <a:pt x="27183" y="239967"/>
                    </a:cubicBezTo>
                    <a:cubicBezTo>
                      <a:pt x="23496" y="254952"/>
                      <a:pt x="19526" y="269894"/>
                      <a:pt x="15542" y="284835"/>
                    </a:cubicBezTo>
                    <a:cubicBezTo>
                      <a:pt x="11022" y="288537"/>
                      <a:pt x="6547" y="292313"/>
                      <a:pt x="2251" y="296297"/>
                    </a:cubicBezTo>
                    <a:cubicBezTo>
                      <a:pt x="-1763" y="300029"/>
                      <a:pt x="2637" y="306407"/>
                      <a:pt x="7410" y="303270"/>
                    </a:cubicBezTo>
                    <a:cubicBezTo>
                      <a:pt x="16166" y="297516"/>
                      <a:pt x="24418" y="291124"/>
                      <a:pt x="32698" y="284686"/>
                    </a:cubicBezTo>
                    <a:cubicBezTo>
                      <a:pt x="36697" y="281579"/>
                      <a:pt x="40697" y="278457"/>
                      <a:pt x="44711" y="275350"/>
                    </a:cubicBezTo>
                    <a:cubicBezTo>
                      <a:pt x="46837" y="273700"/>
                      <a:pt x="48948" y="272035"/>
                      <a:pt x="51059" y="270340"/>
                    </a:cubicBezTo>
                    <a:cubicBezTo>
                      <a:pt x="52159" y="269477"/>
                      <a:pt x="53319" y="268645"/>
                      <a:pt x="54225" y="267560"/>
                    </a:cubicBezTo>
                    <a:cubicBezTo>
                      <a:pt x="55177" y="266400"/>
                      <a:pt x="55549" y="265077"/>
                      <a:pt x="56099" y="263694"/>
                    </a:cubicBezTo>
                    <a:cubicBezTo>
                      <a:pt x="57080" y="261241"/>
                      <a:pt x="55236" y="258149"/>
                      <a:pt x="52382" y="258550"/>
                    </a:cubicBezTo>
                    <a:cubicBezTo>
                      <a:pt x="51148" y="258714"/>
                      <a:pt x="49825" y="258714"/>
                      <a:pt x="48636" y="259145"/>
                    </a:cubicBezTo>
                    <a:cubicBezTo>
                      <a:pt x="47312" y="259636"/>
                      <a:pt x="46168" y="260557"/>
                      <a:pt x="45053" y="261405"/>
                    </a:cubicBezTo>
                    <a:cubicBezTo>
                      <a:pt x="42927" y="263055"/>
                      <a:pt x="40801" y="264705"/>
                      <a:pt x="38690" y="266400"/>
                    </a:cubicBezTo>
                    <a:cubicBezTo>
                      <a:pt x="34646" y="269596"/>
                      <a:pt x="30602" y="272778"/>
                      <a:pt x="26558" y="275974"/>
                    </a:cubicBezTo>
                    <a:cubicBezTo>
                      <a:pt x="33739" y="257197"/>
                      <a:pt x="39269" y="237707"/>
                      <a:pt x="43715" y="218038"/>
                    </a:cubicBezTo>
                    <a:cubicBezTo>
                      <a:pt x="73419" y="169156"/>
                      <a:pt x="94455" y="114713"/>
                      <a:pt x="105828" y="58695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6"/>
              <p:cNvSpPr/>
              <p:nvPr/>
            </p:nvSpPr>
            <p:spPr>
              <a:xfrm flipH="1">
                <a:off x="5998759" y="2995346"/>
                <a:ext cx="458203" cy="558246"/>
              </a:xfrm>
              <a:custGeom>
                <a:avLst/>
                <a:gdLst/>
                <a:ahLst/>
                <a:cxnLst/>
                <a:rect l="l" t="t" r="r" b="b"/>
                <a:pathLst>
                  <a:path w="483592" h="589178" extrusionOk="0">
                    <a:moveTo>
                      <a:pt x="478588" y="322525"/>
                    </a:moveTo>
                    <a:cubicBezTo>
                      <a:pt x="468924" y="329721"/>
                      <a:pt x="460227" y="338477"/>
                      <a:pt x="451010" y="346238"/>
                    </a:cubicBezTo>
                    <a:cubicBezTo>
                      <a:pt x="441703" y="354087"/>
                      <a:pt x="432218" y="361744"/>
                      <a:pt x="422495" y="369088"/>
                    </a:cubicBezTo>
                    <a:cubicBezTo>
                      <a:pt x="403495" y="383420"/>
                      <a:pt x="383544" y="396443"/>
                      <a:pt x="362701" y="407950"/>
                    </a:cubicBezTo>
                    <a:cubicBezTo>
                      <a:pt x="320657" y="431142"/>
                      <a:pt x="274481" y="449354"/>
                      <a:pt x="227412" y="459226"/>
                    </a:cubicBezTo>
                    <a:cubicBezTo>
                      <a:pt x="214790" y="461857"/>
                      <a:pt x="198690" y="464370"/>
                      <a:pt x="187406" y="456371"/>
                    </a:cubicBezTo>
                    <a:cubicBezTo>
                      <a:pt x="178827" y="450306"/>
                      <a:pt x="173133" y="437832"/>
                      <a:pt x="179154" y="428214"/>
                    </a:cubicBezTo>
                    <a:cubicBezTo>
                      <a:pt x="179586" y="427530"/>
                      <a:pt x="179719" y="426861"/>
                      <a:pt x="179734" y="426221"/>
                    </a:cubicBezTo>
                    <a:cubicBezTo>
                      <a:pt x="190141" y="420646"/>
                      <a:pt x="200072" y="414313"/>
                      <a:pt x="209260" y="408143"/>
                    </a:cubicBezTo>
                    <a:cubicBezTo>
                      <a:pt x="249609" y="381130"/>
                      <a:pt x="288738" y="352065"/>
                      <a:pt x="323720" y="318258"/>
                    </a:cubicBezTo>
                    <a:cubicBezTo>
                      <a:pt x="356174" y="286904"/>
                      <a:pt x="391706" y="248637"/>
                      <a:pt x="395006" y="201212"/>
                    </a:cubicBezTo>
                    <a:cubicBezTo>
                      <a:pt x="396656" y="177424"/>
                      <a:pt x="390085" y="153102"/>
                      <a:pt x="372453" y="136333"/>
                    </a:cubicBezTo>
                    <a:cubicBezTo>
                      <a:pt x="356352" y="121020"/>
                      <a:pt x="333681" y="114612"/>
                      <a:pt x="312391" y="121852"/>
                    </a:cubicBezTo>
                    <a:cubicBezTo>
                      <a:pt x="306489" y="123859"/>
                      <a:pt x="309998" y="132348"/>
                      <a:pt x="315810" y="130772"/>
                    </a:cubicBezTo>
                    <a:cubicBezTo>
                      <a:pt x="332075" y="126342"/>
                      <a:pt x="350302" y="132854"/>
                      <a:pt x="362701" y="143573"/>
                    </a:cubicBezTo>
                    <a:cubicBezTo>
                      <a:pt x="377359" y="156269"/>
                      <a:pt x="383484" y="175626"/>
                      <a:pt x="383336" y="194581"/>
                    </a:cubicBezTo>
                    <a:cubicBezTo>
                      <a:pt x="383024" y="237040"/>
                      <a:pt x="352710" y="271903"/>
                      <a:pt x="324627" y="300552"/>
                    </a:cubicBezTo>
                    <a:cubicBezTo>
                      <a:pt x="294715" y="331029"/>
                      <a:pt x="261056" y="357640"/>
                      <a:pt x="226223" y="382230"/>
                    </a:cubicBezTo>
                    <a:cubicBezTo>
                      <a:pt x="209022" y="394377"/>
                      <a:pt x="191657" y="406939"/>
                      <a:pt x="173104" y="416959"/>
                    </a:cubicBezTo>
                    <a:cubicBezTo>
                      <a:pt x="156022" y="426177"/>
                      <a:pt x="136858" y="433120"/>
                      <a:pt x="117175" y="431410"/>
                    </a:cubicBezTo>
                    <a:cubicBezTo>
                      <a:pt x="98457" y="429760"/>
                      <a:pt x="78848" y="420706"/>
                      <a:pt x="71875" y="402107"/>
                    </a:cubicBezTo>
                    <a:cubicBezTo>
                      <a:pt x="65973" y="386348"/>
                      <a:pt x="69838" y="367586"/>
                      <a:pt x="83813" y="357477"/>
                    </a:cubicBezTo>
                    <a:cubicBezTo>
                      <a:pt x="85820" y="356020"/>
                      <a:pt x="85151" y="353151"/>
                      <a:pt x="83456" y="352021"/>
                    </a:cubicBezTo>
                    <a:cubicBezTo>
                      <a:pt x="85464" y="351233"/>
                      <a:pt x="87441" y="350371"/>
                      <a:pt x="89374" y="349449"/>
                    </a:cubicBezTo>
                    <a:cubicBezTo>
                      <a:pt x="106411" y="341421"/>
                      <a:pt x="121337" y="329810"/>
                      <a:pt x="135743" y="317827"/>
                    </a:cubicBezTo>
                    <a:cubicBezTo>
                      <a:pt x="149748" y="306172"/>
                      <a:pt x="163618" y="294323"/>
                      <a:pt x="177192" y="282161"/>
                    </a:cubicBezTo>
                    <a:cubicBezTo>
                      <a:pt x="230133" y="234692"/>
                      <a:pt x="280546" y="180145"/>
                      <a:pt x="305062" y="112144"/>
                    </a:cubicBezTo>
                    <a:cubicBezTo>
                      <a:pt x="312034" y="92802"/>
                      <a:pt x="317951" y="69759"/>
                      <a:pt x="308972" y="50045"/>
                    </a:cubicBezTo>
                    <a:cubicBezTo>
                      <a:pt x="303649" y="38330"/>
                      <a:pt x="292395" y="28176"/>
                      <a:pt x="279625" y="25797"/>
                    </a:cubicBezTo>
                    <a:cubicBezTo>
                      <a:pt x="285943" y="19509"/>
                      <a:pt x="292024" y="13012"/>
                      <a:pt x="297777" y="6218"/>
                    </a:cubicBezTo>
                    <a:cubicBezTo>
                      <a:pt x="300260" y="3289"/>
                      <a:pt x="296186" y="-963"/>
                      <a:pt x="293124" y="1371"/>
                    </a:cubicBezTo>
                    <a:cubicBezTo>
                      <a:pt x="266170" y="21947"/>
                      <a:pt x="241476" y="45451"/>
                      <a:pt x="215132" y="66874"/>
                    </a:cubicBezTo>
                    <a:cubicBezTo>
                      <a:pt x="202198" y="77385"/>
                      <a:pt x="189041" y="87658"/>
                      <a:pt x="175809" y="97798"/>
                    </a:cubicBezTo>
                    <a:cubicBezTo>
                      <a:pt x="162102" y="108294"/>
                      <a:pt x="147785" y="118477"/>
                      <a:pt x="134985" y="130074"/>
                    </a:cubicBezTo>
                    <a:cubicBezTo>
                      <a:pt x="132621" y="132214"/>
                      <a:pt x="134554" y="137180"/>
                      <a:pt x="137929" y="135455"/>
                    </a:cubicBezTo>
                    <a:cubicBezTo>
                      <a:pt x="153004" y="127784"/>
                      <a:pt x="167053" y="117719"/>
                      <a:pt x="180716" y="107818"/>
                    </a:cubicBezTo>
                    <a:cubicBezTo>
                      <a:pt x="194765" y="97649"/>
                      <a:pt x="208427" y="86960"/>
                      <a:pt x="221897" y="76032"/>
                    </a:cubicBezTo>
                    <a:cubicBezTo>
                      <a:pt x="239261" y="61968"/>
                      <a:pt x="256759" y="47696"/>
                      <a:pt x="273009" y="32235"/>
                    </a:cubicBezTo>
                    <a:cubicBezTo>
                      <a:pt x="286449" y="33974"/>
                      <a:pt x="296662" y="45496"/>
                      <a:pt x="300230" y="58415"/>
                    </a:cubicBezTo>
                    <a:cubicBezTo>
                      <a:pt x="305077" y="76032"/>
                      <a:pt x="298937" y="95018"/>
                      <a:pt x="292648" y="111445"/>
                    </a:cubicBezTo>
                    <a:cubicBezTo>
                      <a:pt x="281171" y="141447"/>
                      <a:pt x="264475" y="169054"/>
                      <a:pt x="244777" y="194328"/>
                    </a:cubicBezTo>
                    <a:cubicBezTo>
                      <a:pt x="224602" y="220226"/>
                      <a:pt x="201529" y="243716"/>
                      <a:pt x="177356" y="265853"/>
                    </a:cubicBezTo>
                    <a:cubicBezTo>
                      <a:pt x="165254" y="276928"/>
                      <a:pt x="152855" y="287722"/>
                      <a:pt x="140337" y="298322"/>
                    </a:cubicBezTo>
                    <a:cubicBezTo>
                      <a:pt x="127730" y="309026"/>
                      <a:pt x="115123" y="319938"/>
                      <a:pt x="101297" y="329081"/>
                    </a:cubicBezTo>
                    <a:cubicBezTo>
                      <a:pt x="86356" y="338953"/>
                      <a:pt x="69630" y="346386"/>
                      <a:pt x="51493" y="346922"/>
                    </a:cubicBezTo>
                    <a:cubicBezTo>
                      <a:pt x="36061" y="347382"/>
                      <a:pt x="18815" y="342506"/>
                      <a:pt x="7710" y="331430"/>
                    </a:cubicBezTo>
                    <a:cubicBezTo>
                      <a:pt x="4290" y="328026"/>
                      <a:pt x="-1508" y="333601"/>
                      <a:pt x="1585" y="337318"/>
                    </a:cubicBezTo>
                    <a:cubicBezTo>
                      <a:pt x="11843" y="349642"/>
                      <a:pt x="25030" y="356555"/>
                      <a:pt x="40997" y="358310"/>
                    </a:cubicBezTo>
                    <a:cubicBezTo>
                      <a:pt x="52875" y="359603"/>
                      <a:pt x="64724" y="358131"/>
                      <a:pt x="76023" y="354623"/>
                    </a:cubicBezTo>
                    <a:cubicBezTo>
                      <a:pt x="64174" y="362844"/>
                      <a:pt x="59030" y="377577"/>
                      <a:pt x="59744" y="392013"/>
                    </a:cubicBezTo>
                    <a:cubicBezTo>
                      <a:pt x="60651" y="410700"/>
                      <a:pt x="71860" y="426206"/>
                      <a:pt x="88155" y="434889"/>
                    </a:cubicBezTo>
                    <a:cubicBezTo>
                      <a:pt x="115049" y="449220"/>
                      <a:pt x="143340" y="443511"/>
                      <a:pt x="169327" y="431440"/>
                    </a:cubicBezTo>
                    <a:cubicBezTo>
                      <a:pt x="166964" y="437892"/>
                      <a:pt x="167528" y="445459"/>
                      <a:pt x="170383" y="451733"/>
                    </a:cubicBezTo>
                    <a:cubicBezTo>
                      <a:pt x="175051" y="462006"/>
                      <a:pt x="183704" y="468785"/>
                      <a:pt x="194527" y="471699"/>
                    </a:cubicBezTo>
                    <a:cubicBezTo>
                      <a:pt x="208070" y="475326"/>
                      <a:pt x="222328" y="472576"/>
                      <a:pt x="235678" y="469454"/>
                    </a:cubicBezTo>
                    <a:cubicBezTo>
                      <a:pt x="248374" y="466496"/>
                      <a:pt x="260967" y="463091"/>
                      <a:pt x="273410" y="459226"/>
                    </a:cubicBezTo>
                    <a:cubicBezTo>
                      <a:pt x="283862" y="455955"/>
                      <a:pt x="294179" y="452283"/>
                      <a:pt x="304408" y="448358"/>
                    </a:cubicBezTo>
                    <a:cubicBezTo>
                      <a:pt x="300944" y="452387"/>
                      <a:pt x="297584" y="456475"/>
                      <a:pt x="294432" y="460742"/>
                    </a:cubicBezTo>
                    <a:cubicBezTo>
                      <a:pt x="285423" y="473007"/>
                      <a:pt x="277395" y="486060"/>
                      <a:pt x="270541" y="499649"/>
                    </a:cubicBezTo>
                    <a:cubicBezTo>
                      <a:pt x="263702" y="513267"/>
                      <a:pt x="257949" y="527450"/>
                      <a:pt x="253622" y="542049"/>
                    </a:cubicBezTo>
                    <a:cubicBezTo>
                      <a:pt x="249460" y="556098"/>
                      <a:pt x="245579" y="571679"/>
                      <a:pt x="246100" y="586441"/>
                    </a:cubicBezTo>
                    <a:cubicBezTo>
                      <a:pt x="246248" y="590143"/>
                      <a:pt x="252270" y="591318"/>
                      <a:pt x="253444" y="587631"/>
                    </a:cubicBezTo>
                    <a:cubicBezTo>
                      <a:pt x="257875" y="573775"/>
                      <a:pt x="260432" y="559324"/>
                      <a:pt x="264951" y="545439"/>
                    </a:cubicBezTo>
                    <a:cubicBezTo>
                      <a:pt x="269411" y="531702"/>
                      <a:pt x="274733" y="518277"/>
                      <a:pt x="281186" y="505358"/>
                    </a:cubicBezTo>
                    <a:cubicBezTo>
                      <a:pt x="287682" y="492379"/>
                      <a:pt x="295190" y="479935"/>
                      <a:pt x="303724" y="468190"/>
                    </a:cubicBezTo>
                    <a:cubicBezTo>
                      <a:pt x="307887" y="462481"/>
                      <a:pt x="312183" y="456877"/>
                      <a:pt x="316673" y="451406"/>
                    </a:cubicBezTo>
                    <a:cubicBezTo>
                      <a:pt x="320181" y="447154"/>
                      <a:pt x="324151" y="443140"/>
                      <a:pt x="327660" y="438829"/>
                    </a:cubicBezTo>
                    <a:cubicBezTo>
                      <a:pt x="358954" y="425032"/>
                      <a:pt x="388881" y="408128"/>
                      <a:pt x="416757" y="388355"/>
                    </a:cubicBezTo>
                    <a:cubicBezTo>
                      <a:pt x="428888" y="379733"/>
                      <a:pt x="440573" y="370545"/>
                      <a:pt x="451738" y="360718"/>
                    </a:cubicBezTo>
                    <a:cubicBezTo>
                      <a:pt x="462948" y="350861"/>
                      <a:pt x="475064" y="340053"/>
                      <a:pt x="483613" y="327758"/>
                    </a:cubicBezTo>
                    <a:cubicBezTo>
                      <a:pt x="485887" y="324473"/>
                      <a:pt x="482066" y="319953"/>
                      <a:pt x="478588" y="322525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6"/>
              <p:cNvSpPr/>
              <p:nvPr/>
            </p:nvSpPr>
            <p:spPr>
              <a:xfrm flipH="1">
                <a:off x="6307523" y="3575744"/>
                <a:ext cx="107364" cy="60299"/>
              </a:xfrm>
              <a:custGeom>
                <a:avLst/>
                <a:gdLst/>
                <a:ahLst/>
                <a:cxnLst/>
                <a:rect l="l" t="t" r="r" b="b"/>
                <a:pathLst>
                  <a:path w="113313" h="63640" extrusionOk="0">
                    <a:moveTo>
                      <a:pt x="112525" y="57440"/>
                    </a:moveTo>
                    <a:cubicBezTo>
                      <a:pt x="103962" y="52237"/>
                      <a:pt x="94417" y="49620"/>
                      <a:pt x="85125" y="45978"/>
                    </a:cubicBezTo>
                    <a:cubicBezTo>
                      <a:pt x="75625" y="42246"/>
                      <a:pt x="66349" y="37980"/>
                      <a:pt x="57280" y="33267"/>
                    </a:cubicBezTo>
                    <a:cubicBezTo>
                      <a:pt x="56893" y="33074"/>
                      <a:pt x="56507" y="32836"/>
                      <a:pt x="56105" y="32613"/>
                    </a:cubicBezTo>
                    <a:cubicBezTo>
                      <a:pt x="60714" y="32256"/>
                      <a:pt x="65337" y="31825"/>
                      <a:pt x="69946" y="31200"/>
                    </a:cubicBezTo>
                    <a:cubicBezTo>
                      <a:pt x="83029" y="29461"/>
                      <a:pt x="96885" y="27320"/>
                      <a:pt x="109046" y="21968"/>
                    </a:cubicBezTo>
                    <a:cubicBezTo>
                      <a:pt x="112451" y="20466"/>
                      <a:pt x="111440" y="14936"/>
                      <a:pt x="107485" y="15397"/>
                    </a:cubicBezTo>
                    <a:cubicBezTo>
                      <a:pt x="94358" y="16943"/>
                      <a:pt x="81423" y="20511"/>
                      <a:pt x="68355" y="22578"/>
                    </a:cubicBezTo>
                    <a:cubicBezTo>
                      <a:pt x="60119" y="23871"/>
                      <a:pt x="51809" y="24808"/>
                      <a:pt x="43498" y="25610"/>
                    </a:cubicBezTo>
                    <a:cubicBezTo>
                      <a:pt x="39395" y="23187"/>
                      <a:pt x="35336" y="20675"/>
                      <a:pt x="31352" y="18073"/>
                    </a:cubicBezTo>
                    <a:cubicBezTo>
                      <a:pt x="22774" y="12513"/>
                      <a:pt x="14552" y="6224"/>
                      <a:pt x="5677" y="1169"/>
                    </a:cubicBezTo>
                    <a:cubicBezTo>
                      <a:pt x="2570" y="-585"/>
                      <a:pt x="-805" y="3890"/>
                      <a:pt x="1365" y="6536"/>
                    </a:cubicBezTo>
                    <a:cubicBezTo>
                      <a:pt x="8249" y="14906"/>
                      <a:pt x="16931" y="22028"/>
                      <a:pt x="26208" y="28331"/>
                    </a:cubicBezTo>
                    <a:cubicBezTo>
                      <a:pt x="25167" y="30264"/>
                      <a:pt x="26416" y="33386"/>
                      <a:pt x="29345" y="33445"/>
                    </a:cubicBezTo>
                    <a:cubicBezTo>
                      <a:pt x="30950" y="33475"/>
                      <a:pt x="32541" y="33445"/>
                      <a:pt x="34147" y="33460"/>
                    </a:cubicBezTo>
                    <a:cubicBezTo>
                      <a:pt x="40004" y="37043"/>
                      <a:pt x="45951" y="40388"/>
                      <a:pt x="51749" y="43495"/>
                    </a:cubicBezTo>
                    <a:cubicBezTo>
                      <a:pt x="60996" y="48476"/>
                      <a:pt x="70585" y="52861"/>
                      <a:pt x="80353" y="56727"/>
                    </a:cubicBezTo>
                    <a:cubicBezTo>
                      <a:pt x="90091" y="60562"/>
                      <a:pt x="99873" y="64398"/>
                      <a:pt x="110443" y="64413"/>
                    </a:cubicBezTo>
                    <a:cubicBezTo>
                      <a:pt x="113699" y="64413"/>
                      <a:pt x="115394" y="59195"/>
                      <a:pt x="112525" y="57440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6"/>
              <p:cNvSpPr/>
              <p:nvPr/>
            </p:nvSpPr>
            <p:spPr>
              <a:xfrm flipH="1">
                <a:off x="6739284" y="2175883"/>
                <a:ext cx="852477" cy="767311"/>
              </a:xfrm>
              <a:custGeom>
                <a:avLst/>
                <a:gdLst/>
                <a:ahLst/>
                <a:cxnLst/>
                <a:rect l="l" t="t" r="r" b="b"/>
                <a:pathLst>
                  <a:path w="899712" h="809827" extrusionOk="0">
                    <a:moveTo>
                      <a:pt x="900207" y="810364"/>
                    </a:moveTo>
                    <a:cubicBezTo>
                      <a:pt x="900207" y="810364"/>
                      <a:pt x="534468" y="523449"/>
                      <a:pt x="339549" y="357000"/>
                    </a:cubicBezTo>
                    <a:cubicBezTo>
                      <a:pt x="190701" y="229918"/>
                      <a:pt x="55904" y="104040"/>
                      <a:pt x="495" y="51679"/>
                    </a:cubicBezTo>
                    <a:cubicBezTo>
                      <a:pt x="73566" y="18303"/>
                      <a:pt x="122165" y="537"/>
                      <a:pt x="122165" y="537"/>
                    </a:cubicBezTo>
                    <a:cubicBezTo>
                      <a:pt x="166513" y="10408"/>
                      <a:pt x="772635" y="606659"/>
                      <a:pt x="777541" y="577059"/>
                    </a:cubicBezTo>
                    <a:cubicBezTo>
                      <a:pt x="782491" y="547503"/>
                      <a:pt x="698702" y="138546"/>
                      <a:pt x="698702" y="138546"/>
                    </a:cubicBezTo>
                    <a:cubicBezTo>
                      <a:pt x="729952" y="144359"/>
                      <a:pt x="765320" y="157100"/>
                      <a:pt x="802993" y="174658"/>
                    </a:cubicBezTo>
                    <a:cubicBezTo>
                      <a:pt x="853347" y="326924"/>
                      <a:pt x="900207" y="810364"/>
                      <a:pt x="900207" y="8103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6"/>
              <p:cNvSpPr/>
              <p:nvPr/>
            </p:nvSpPr>
            <p:spPr>
              <a:xfrm flipH="1">
                <a:off x="6967137" y="3350969"/>
                <a:ext cx="952462" cy="700345"/>
              </a:xfrm>
              <a:custGeom>
                <a:avLst/>
                <a:gdLst/>
                <a:ahLst/>
                <a:cxnLst/>
                <a:rect l="l" t="t" r="r" b="b"/>
                <a:pathLst>
                  <a:path w="1005237" h="739150" extrusionOk="0">
                    <a:moveTo>
                      <a:pt x="432" y="597044"/>
                    </a:moveTo>
                    <a:lnTo>
                      <a:pt x="84207" y="739944"/>
                    </a:lnTo>
                    <a:cubicBezTo>
                      <a:pt x="84207" y="739944"/>
                      <a:pt x="552320" y="434415"/>
                      <a:pt x="690299" y="350641"/>
                    </a:cubicBezTo>
                    <a:cubicBezTo>
                      <a:pt x="828278" y="266895"/>
                      <a:pt x="941608" y="153551"/>
                      <a:pt x="941608" y="153551"/>
                    </a:cubicBezTo>
                    <a:lnTo>
                      <a:pt x="1005670" y="40221"/>
                    </a:lnTo>
                    <a:lnTo>
                      <a:pt x="966243" y="794"/>
                    </a:lnTo>
                    <a:cubicBezTo>
                      <a:pt x="966243" y="794"/>
                      <a:pt x="448847" y="207755"/>
                      <a:pt x="432" y="59704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6"/>
              <p:cNvSpPr/>
              <p:nvPr/>
            </p:nvSpPr>
            <p:spPr>
              <a:xfrm flipH="1">
                <a:off x="7041861" y="2446637"/>
                <a:ext cx="600239" cy="855939"/>
              </a:xfrm>
              <a:custGeom>
                <a:avLst/>
                <a:gdLst/>
                <a:ahLst/>
                <a:cxnLst/>
                <a:rect l="l" t="t" r="r" b="b"/>
                <a:pathLst>
                  <a:path w="633498" h="903366" extrusionOk="0">
                    <a:moveTo>
                      <a:pt x="633578" y="897991"/>
                    </a:moveTo>
                    <a:cubicBezTo>
                      <a:pt x="617581" y="862177"/>
                      <a:pt x="596470" y="828444"/>
                      <a:pt x="577083" y="794384"/>
                    </a:cubicBezTo>
                    <a:cubicBezTo>
                      <a:pt x="557697" y="760295"/>
                      <a:pt x="538192" y="726264"/>
                      <a:pt x="518553" y="692294"/>
                    </a:cubicBezTo>
                    <a:cubicBezTo>
                      <a:pt x="479081" y="624099"/>
                      <a:pt x="439149" y="556173"/>
                      <a:pt x="398741" y="488529"/>
                    </a:cubicBezTo>
                    <a:cubicBezTo>
                      <a:pt x="358347" y="420899"/>
                      <a:pt x="317434" y="353537"/>
                      <a:pt x="276059" y="286488"/>
                    </a:cubicBezTo>
                    <a:cubicBezTo>
                      <a:pt x="240766" y="229266"/>
                      <a:pt x="206795" y="170214"/>
                      <a:pt x="164766" y="117556"/>
                    </a:cubicBezTo>
                    <a:cubicBezTo>
                      <a:pt x="127257" y="70577"/>
                      <a:pt x="82344" y="28816"/>
                      <a:pt x="25270" y="7467"/>
                    </a:cubicBezTo>
                    <a:cubicBezTo>
                      <a:pt x="18402" y="4910"/>
                      <a:pt x="11400" y="2695"/>
                      <a:pt x="4338" y="717"/>
                    </a:cubicBezTo>
                    <a:cubicBezTo>
                      <a:pt x="681" y="-294"/>
                      <a:pt x="-1237" y="5995"/>
                      <a:pt x="2420" y="7125"/>
                    </a:cubicBezTo>
                    <a:cubicBezTo>
                      <a:pt x="60044" y="24742"/>
                      <a:pt x="107350" y="65715"/>
                      <a:pt x="145172" y="111371"/>
                    </a:cubicBezTo>
                    <a:cubicBezTo>
                      <a:pt x="186814" y="161651"/>
                      <a:pt x="220101" y="218264"/>
                      <a:pt x="254279" y="273673"/>
                    </a:cubicBezTo>
                    <a:cubicBezTo>
                      <a:pt x="295282" y="340142"/>
                      <a:pt x="335809" y="406895"/>
                      <a:pt x="375905" y="473914"/>
                    </a:cubicBezTo>
                    <a:cubicBezTo>
                      <a:pt x="415823" y="540607"/>
                      <a:pt x="455294" y="607597"/>
                      <a:pt x="494290" y="674855"/>
                    </a:cubicBezTo>
                    <a:cubicBezTo>
                      <a:pt x="533286" y="742083"/>
                      <a:pt x="571122" y="810009"/>
                      <a:pt x="610073" y="877267"/>
                    </a:cubicBezTo>
                    <a:cubicBezTo>
                      <a:pt x="615024" y="885815"/>
                      <a:pt x="620287" y="894082"/>
                      <a:pt x="625876" y="902228"/>
                    </a:cubicBezTo>
                    <a:cubicBezTo>
                      <a:pt x="628656" y="906287"/>
                      <a:pt x="635644" y="902600"/>
                      <a:pt x="633578" y="897991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6"/>
              <p:cNvSpPr/>
              <p:nvPr/>
            </p:nvSpPr>
            <p:spPr>
              <a:xfrm flipH="1">
                <a:off x="7915144" y="3805036"/>
                <a:ext cx="63741" cy="113548"/>
              </a:xfrm>
              <a:custGeom>
                <a:avLst/>
                <a:gdLst/>
                <a:ahLst/>
                <a:cxnLst/>
                <a:rect l="l" t="t" r="r" b="b"/>
                <a:pathLst>
                  <a:path w="67273" h="119840" extrusionOk="0">
                    <a:moveTo>
                      <a:pt x="67415" y="115412"/>
                    </a:moveTo>
                    <a:cubicBezTo>
                      <a:pt x="64620" y="105213"/>
                      <a:pt x="58614" y="95461"/>
                      <a:pt x="53634" y="86154"/>
                    </a:cubicBezTo>
                    <a:cubicBezTo>
                      <a:pt x="48534" y="76595"/>
                      <a:pt x="43390" y="67050"/>
                      <a:pt x="38202" y="57535"/>
                    </a:cubicBezTo>
                    <a:cubicBezTo>
                      <a:pt x="27973" y="38773"/>
                      <a:pt x="16927" y="20561"/>
                      <a:pt x="6149" y="2141"/>
                    </a:cubicBezTo>
                    <a:cubicBezTo>
                      <a:pt x="4335" y="-936"/>
                      <a:pt x="-958" y="1948"/>
                      <a:pt x="603" y="5189"/>
                    </a:cubicBezTo>
                    <a:cubicBezTo>
                      <a:pt x="10014" y="24605"/>
                      <a:pt x="19128" y="44155"/>
                      <a:pt x="29118" y="63318"/>
                    </a:cubicBezTo>
                    <a:cubicBezTo>
                      <a:pt x="34128" y="72922"/>
                      <a:pt x="39198" y="82497"/>
                      <a:pt x="44282" y="92041"/>
                    </a:cubicBezTo>
                    <a:cubicBezTo>
                      <a:pt x="49159" y="101155"/>
                      <a:pt x="53827" y="111309"/>
                      <a:pt x="60591" y="119159"/>
                    </a:cubicBezTo>
                    <a:cubicBezTo>
                      <a:pt x="63550" y="122578"/>
                      <a:pt x="68604" y="119708"/>
                      <a:pt x="67415" y="115412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6"/>
              <p:cNvSpPr/>
              <p:nvPr/>
            </p:nvSpPr>
            <p:spPr>
              <a:xfrm flipH="1">
                <a:off x="6473577" y="3473791"/>
                <a:ext cx="21073" cy="160685"/>
              </a:xfrm>
              <a:custGeom>
                <a:avLst/>
                <a:gdLst/>
                <a:ahLst/>
                <a:cxnLst/>
                <a:rect l="l" t="t" r="r" b="b"/>
                <a:pathLst>
                  <a:path w="22241" h="169588" extrusionOk="0">
                    <a:moveTo>
                      <a:pt x="20749" y="127451"/>
                    </a:moveTo>
                    <a:cubicBezTo>
                      <a:pt x="19544" y="113551"/>
                      <a:pt x="18221" y="99636"/>
                      <a:pt x="16824" y="85750"/>
                    </a:cubicBezTo>
                    <a:cubicBezTo>
                      <a:pt x="14059" y="58365"/>
                      <a:pt x="11710" y="30727"/>
                      <a:pt x="7116" y="3581"/>
                    </a:cubicBezTo>
                    <a:cubicBezTo>
                      <a:pt x="6417" y="-567"/>
                      <a:pt x="604" y="42"/>
                      <a:pt x="649" y="4220"/>
                    </a:cubicBezTo>
                    <a:cubicBezTo>
                      <a:pt x="976" y="31768"/>
                      <a:pt x="3592" y="59376"/>
                      <a:pt x="5748" y="86835"/>
                    </a:cubicBezTo>
                    <a:cubicBezTo>
                      <a:pt x="6818" y="100394"/>
                      <a:pt x="7993" y="113952"/>
                      <a:pt x="9227" y="127496"/>
                    </a:cubicBezTo>
                    <a:cubicBezTo>
                      <a:pt x="10446" y="140787"/>
                      <a:pt x="10951" y="155134"/>
                      <a:pt x="14876" y="167919"/>
                    </a:cubicBezTo>
                    <a:cubicBezTo>
                      <a:pt x="16006" y="171606"/>
                      <a:pt x="21878" y="170892"/>
                      <a:pt x="22324" y="167161"/>
                    </a:cubicBezTo>
                    <a:cubicBezTo>
                      <a:pt x="23871" y="154227"/>
                      <a:pt x="21878" y="140371"/>
                      <a:pt x="20749" y="127451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6"/>
              <p:cNvSpPr/>
              <p:nvPr/>
            </p:nvSpPr>
            <p:spPr>
              <a:xfrm flipH="1">
                <a:off x="6611880" y="2583183"/>
                <a:ext cx="46148" cy="188388"/>
              </a:xfrm>
              <a:custGeom>
                <a:avLst/>
                <a:gdLst/>
                <a:ahLst/>
                <a:cxnLst/>
                <a:rect l="l" t="t" r="r" b="b"/>
                <a:pathLst>
                  <a:path w="48705" h="198826" extrusionOk="0">
                    <a:moveTo>
                      <a:pt x="35122" y="137301"/>
                    </a:moveTo>
                    <a:cubicBezTo>
                      <a:pt x="38809" y="119118"/>
                      <a:pt x="41010" y="100579"/>
                      <a:pt x="43492" y="82189"/>
                    </a:cubicBezTo>
                    <a:cubicBezTo>
                      <a:pt x="45901" y="64349"/>
                      <a:pt x="49246" y="45944"/>
                      <a:pt x="49320" y="27910"/>
                    </a:cubicBezTo>
                    <a:cubicBezTo>
                      <a:pt x="49335" y="23643"/>
                      <a:pt x="43225" y="24075"/>
                      <a:pt x="42303" y="27672"/>
                    </a:cubicBezTo>
                    <a:cubicBezTo>
                      <a:pt x="37828" y="45156"/>
                      <a:pt x="36490" y="63903"/>
                      <a:pt x="34334" y="81773"/>
                    </a:cubicBezTo>
                    <a:cubicBezTo>
                      <a:pt x="32803" y="94350"/>
                      <a:pt x="31168" y="106942"/>
                      <a:pt x="29963" y="119565"/>
                    </a:cubicBezTo>
                    <a:cubicBezTo>
                      <a:pt x="28581" y="112428"/>
                      <a:pt x="27198" y="105292"/>
                      <a:pt x="25890" y="98186"/>
                    </a:cubicBezTo>
                    <a:cubicBezTo>
                      <a:pt x="20018" y="66237"/>
                      <a:pt x="14428" y="34095"/>
                      <a:pt x="6608" y="2532"/>
                    </a:cubicBezTo>
                    <a:cubicBezTo>
                      <a:pt x="5745" y="-917"/>
                      <a:pt x="274" y="555"/>
                      <a:pt x="631" y="3945"/>
                    </a:cubicBezTo>
                    <a:cubicBezTo>
                      <a:pt x="4065" y="36592"/>
                      <a:pt x="9923" y="69017"/>
                      <a:pt x="15364" y="101367"/>
                    </a:cubicBezTo>
                    <a:cubicBezTo>
                      <a:pt x="20746" y="133286"/>
                      <a:pt x="24953" y="166142"/>
                      <a:pt x="34319" y="197184"/>
                    </a:cubicBezTo>
                    <a:cubicBezTo>
                      <a:pt x="35494" y="201079"/>
                      <a:pt x="41247" y="199355"/>
                      <a:pt x="41039" y="195594"/>
                    </a:cubicBezTo>
                    <a:cubicBezTo>
                      <a:pt x="39999" y="176846"/>
                      <a:pt x="37085" y="158144"/>
                      <a:pt x="33710" y="139516"/>
                    </a:cubicBezTo>
                    <a:cubicBezTo>
                      <a:pt x="34379" y="139085"/>
                      <a:pt x="34914" y="138371"/>
                      <a:pt x="35122" y="137301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6"/>
              <p:cNvSpPr/>
              <p:nvPr/>
            </p:nvSpPr>
            <p:spPr>
              <a:xfrm flipH="1">
                <a:off x="6743547" y="1453193"/>
                <a:ext cx="753253" cy="597743"/>
              </a:xfrm>
              <a:custGeom>
                <a:avLst/>
                <a:gdLst/>
                <a:ahLst/>
                <a:cxnLst/>
                <a:rect l="l" t="t" r="r" b="b"/>
                <a:pathLst>
                  <a:path w="794990" h="630863" extrusionOk="0">
                    <a:moveTo>
                      <a:pt x="795495" y="58335"/>
                    </a:moveTo>
                    <a:lnTo>
                      <a:pt x="794410" y="141723"/>
                    </a:lnTo>
                    <a:lnTo>
                      <a:pt x="794232" y="153810"/>
                    </a:lnTo>
                    <a:lnTo>
                      <a:pt x="794098" y="165124"/>
                    </a:lnTo>
                    <a:lnTo>
                      <a:pt x="793979" y="176259"/>
                    </a:lnTo>
                    <a:lnTo>
                      <a:pt x="792671" y="275094"/>
                    </a:lnTo>
                    <a:lnTo>
                      <a:pt x="792537" y="285754"/>
                    </a:lnTo>
                    <a:lnTo>
                      <a:pt x="792061" y="322638"/>
                    </a:lnTo>
                    <a:lnTo>
                      <a:pt x="791898" y="335989"/>
                    </a:lnTo>
                    <a:lnTo>
                      <a:pt x="791109" y="395590"/>
                    </a:lnTo>
                    <a:cubicBezTo>
                      <a:pt x="791109" y="395590"/>
                      <a:pt x="725398" y="605852"/>
                      <a:pt x="436282" y="629951"/>
                    </a:cubicBezTo>
                    <a:cubicBezTo>
                      <a:pt x="147226" y="654005"/>
                      <a:pt x="505" y="327708"/>
                      <a:pt x="505" y="327708"/>
                    </a:cubicBezTo>
                    <a:lnTo>
                      <a:pt x="1590" y="302315"/>
                    </a:lnTo>
                    <a:lnTo>
                      <a:pt x="2111" y="290466"/>
                    </a:lnTo>
                    <a:lnTo>
                      <a:pt x="2274" y="286660"/>
                    </a:lnTo>
                    <a:lnTo>
                      <a:pt x="2750" y="275733"/>
                    </a:lnTo>
                    <a:lnTo>
                      <a:pt x="7924" y="155802"/>
                    </a:lnTo>
                    <a:lnTo>
                      <a:pt x="8295" y="145797"/>
                    </a:lnTo>
                    <a:lnTo>
                      <a:pt x="8786" y="135004"/>
                    </a:lnTo>
                    <a:lnTo>
                      <a:pt x="8786" y="134959"/>
                    </a:lnTo>
                    <a:lnTo>
                      <a:pt x="9217" y="124820"/>
                    </a:lnTo>
                    <a:lnTo>
                      <a:pt x="11417" y="73678"/>
                    </a:lnTo>
                    <a:cubicBezTo>
                      <a:pt x="539235" y="-81815"/>
                      <a:pt x="795495" y="58335"/>
                      <a:pt x="795495" y="583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6"/>
              <p:cNvSpPr/>
              <p:nvPr/>
            </p:nvSpPr>
            <p:spPr>
              <a:xfrm flipH="1">
                <a:off x="7246097" y="1727722"/>
                <a:ext cx="249676" cy="133183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140563" extrusionOk="0">
                    <a:moveTo>
                      <a:pt x="260336" y="140812"/>
                    </a:moveTo>
                    <a:cubicBezTo>
                      <a:pt x="234810" y="133274"/>
                      <a:pt x="209937" y="123269"/>
                      <a:pt x="185437" y="112847"/>
                    </a:cubicBezTo>
                    <a:cubicBezTo>
                      <a:pt x="120736" y="85329"/>
                      <a:pt x="58786" y="51447"/>
                      <a:pt x="449" y="12214"/>
                    </a:cubicBezTo>
                    <a:lnTo>
                      <a:pt x="969" y="365"/>
                    </a:lnTo>
                    <a:cubicBezTo>
                      <a:pt x="4046" y="2505"/>
                      <a:pt x="7154" y="4631"/>
                      <a:pt x="10276" y="6698"/>
                    </a:cubicBezTo>
                    <a:cubicBezTo>
                      <a:pt x="49509" y="32878"/>
                      <a:pt x="90393" y="56502"/>
                      <a:pt x="132481" y="77791"/>
                    </a:cubicBezTo>
                    <a:cubicBezTo>
                      <a:pt x="174733" y="99199"/>
                      <a:pt x="218516" y="116460"/>
                      <a:pt x="262165" y="134746"/>
                    </a:cubicBezTo>
                    <a:cubicBezTo>
                      <a:pt x="265450" y="136129"/>
                      <a:pt x="263860" y="141808"/>
                      <a:pt x="260336" y="14081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6"/>
              <p:cNvSpPr/>
              <p:nvPr/>
            </p:nvSpPr>
            <p:spPr>
              <a:xfrm flipH="1">
                <a:off x="7216523" y="1713780"/>
                <a:ext cx="278603" cy="78081"/>
              </a:xfrm>
              <a:custGeom>
                <a:avLst/>
                <a:gdLst/>
                <a:ahLst/>
                <a:cxnLst/>
                <a:rect l="l" t="t" r="r" b="b"/>
                <a:pathLst>
                  <a:path w="294040" h="82407" extrusionOk="0">
                    <a:moveTo>
                      <a:pt x="291426" y="82762"/>
                    </a:moveTo>
                    <a:cubicBezTo>
                      <a:pt x="264904" y="82197"/>
                      <a:pt x="238025" y="78035"/>
                      <a:pt x="211933" y="73441"/>
                    </a:cubicBezTo>
                    <a:cubicBezTo>
                      <a:pt x="139457" y="60789"/>
                      <a:pt x="68334" y="39723"/>
                      <a:pt x="452" y="11283"/>
                    </a:cubicBezTo>
                    <a:lnTo>
                      <a:pt x="928" y="355"/>
                    </a:lnTo>
                    <a:cubicBezTo>
                      <a:pt x="6131" y="2571"/>
                      <a:pt x="11335" y="4696"/>
                      <a:pt x="16583" y="6823"/>
                    </a:cubicBezTo>
                    <a:cubicBezTo>
                      <a:pt x="60485" y="24499"/>
                      <a:pt x="105650" y="39024"/>
                      <a:pt x="151678" y="50249"/>
                    </a:cubicBezTo>
                    <a:cubicBezTo>
                      <a:pt x="174751" y="55883"/>
                      <a:pt x="197973" y="60655"/>
                      <a:pt x="221344" y="64818"/>
                    </a:cubicBezTo>
                    <a:cubicBezTo>
                      <a:pt x="244700" y="68966"/>
                      <a:pt x="268338" y="71582"/>
                      <a:pt x="291649" y="75775"/>
                    </a:cubicBezTo>
                    <a:cubicBezTo>
                      <a:pt x="295455" y="76429"/>
                      <a:pt x="295500" y="82807"/>
                      <a:pt x="291426" y="8276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6"/>
              <p:cNvSpPr/>
              <p:nvPr/>
            </p:nvSpPr>
            <p:spPr>
              <a:xfrm flipH="1">
                <a:off x="7258223" y="1563736"/>
                <a:ext cx="230741" cy="16852"/>
              </a:xfrm>
              <a:custGeom>
                <a:avLst/>
                <a:gdLst/>
                <a:ahLst/>
                <a:cxnLst/>
                <a:rect l="l" t="t" r="r" b="b"/>
                <a:pathLst>
                  <a:path w="243526" h="17786" extrusionOk="0">
                    <a:moveTo>
                      <a:pt x="448" y="18101"/>
                    </a:moveTo>
                    <a:lnTo>
                      <a:pt x="879" y="7962"/>
                    </a:lnTo>
                    <a:cubicBezTo>
                      <a:pt x="1831" y="7828"/>
                      <a:pt x="2827" y="7739"/>
                      <a:pt x="3778" y="7605"/>
                    </a:cubicBezTo>
                    <a:cubicBezTo>
                      <a:pt x="43309" y="3234"/>
                      <a:pt x="83019" y="811"/>
                      <a:pt x="122758" y="380"/>
                    </a:cubicBezTo>
                    <a:cubicBezTo>
                      <a:pt x="162200" y="-7"/>
                      <a:pt x="201820" y="1242"/>
                      <a:pt x="240920" y="6445"/>
                    </a:cubicBezTo>
                    <a:cubicBezTo>
                      <a:pt x="245826" y="7100"/>
                      <a:pt x="244384" y="14072"/>
                      <a:pt x="239701" y="13849"/>
                    </a:cubicBezTo>
                    <a:cubicBezTo>
                      <a:pt x="217252" y="12853"/>
                      <a:pt x="194803" y="11604"/>
                      <a:pt x="172309" y="11039"/>
                    </a:cubicBezTo>
                    <a:cubicBezTo>
                      <a:pt x="114878" y="9523"/>
                      <a:pt x="57492" y="11738"/>
                      <a:pt x="448" y="18101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6"/>
              <p:cNvSpPr/>
              <p:nvPr/>
            </p:nvSpPr>
            <p:spPr>
              <a:xfrm flipH="1">
                <a:off x="7216757" y="1590823"/>
                <a:ext cx="273023" cy="59507"/>
              </a:xfrm>
              <a:custGeom>
                <a:avLst/>
                <a:gdLst/>
                <a:ahLst/>
                <a:cxnLst/>
                <a:rect l="l" t="t" r="r" b="b"/>
                <a:pathLst>
                  <a:path w="288151" h="62804" extrusionOk="0">
                    <a:moveTo>
                      <a:pt x="285213" y="63079"/>
                    </a:moveTo>
                    <a:cubicBezTo>
                      <a:pt x="259686" y="58916"/>
                      <a:pt x="234204" y="54500"/>
                      <a:pt x="208708" y="49817"/>
                    </a:cubicBezTo>
                    <a:cubicBezTo>
                      <a:pt x="139235" y="37166"/>
                      <a:pt x="69836" y="23726"/>
                      <a:pt x="453" y="10331"/>
                    </a:cubicBezTo>
                    <a:lnTo>
                      <a:pt x="824" y="326"/>
                    </a:lnTo>
                    <a:cubicBezTo>
                      <a:pt x="5641" y="1232"/>
                      <a:pt x="10503" y="2184"/>
                      <a:pt x="15320" y="3091"/>
                    </a:cubicBezTo>
                    <a:cubicBezTo>
                      <a:pt x="105680" y="20515"/>
                      <a:pt x="196324" y="37210"/>
                      <a:pt x="286223" y="57147"/>
                    </a:cubicBezTo>
                    <a:cubicBezTo>
                      <a:pt x="289940" y="57964"/>
                      <a:pt x="289078" y="63733"/>
                      <a:pt x="285213" y="6307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6"/>
              <p:cNvSpPr/>
              <p:nvPr/>
            </p:nvSpPr>
            <p:spPr>
              <a:xfrm flipH="1">
                <a:off x="6745511" y="1601106"/>
                <a:ext cx="249439" cy="18565"/>
              </a:xfrm>
              <a:custGeom>
                <a:avLst/>
                <a:gdLst/>
                <a:ahLst/>
                <a:cxnLst/>
                <a:rect l="l" t="t" r="r" b="b"/>
                <a:pathLst>
                  <a:path w="263260" h="19594" extrusionOk="0">
                    <a:moveTo>
                      <a:pt x="70330" y="1632"/>
                    </a:moveTo>
                    <a:cubicBezTo>
                      <a:pt x="134837" y="3802"/>
                      <a:pt x="199330" y="6181"/>
                      <a:pt x="263822" y="8783"/>
                    </a:cubicBezTo>
                    <a:lnTo>
                      <a:pt x="263703" y="19918"/>
                    </a:lnTo>
                    <a:cubicBezTo>
                      <a:pt x="256017" y="19620"/>
                      <a:pt x="248390" y="19308"/>
                      <a:pt x="240719" y="19011"/>
                    </a:cubicBezTo>
                    <a:cubicBezTo>
                      <a:pt x="161657" y="15800"/>
                      <a:pt x="82253" y="13555"/>
                      <a:pt x="3414" y="7221"/>
                    </a:cubicBezTo>
                    <a:cubicBezTo>
                      <a:pt x="-525" y="6924"/>
                      <a:pt x="-317" y="323"/>
                      <a:pt x="3622" y="323"/>
                    </a:cubicBezTo>
                    <a:cubicBezTo>
                      <a:pt x="25863" y="323"/>
                      <a:pt x="48104" y="903"/>
                      <a:pt x="70330" y="163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6"/>
              <p:cNvSpPr/>
              <p:nvPr/>
            </p:nvSpPr>
            <p:spPr>
              <a:xfrm flipH="1">
                <a:off x="6745257" y="1534528"/>
                <a:ext cx="216624" cy="63958"/>
              </a:xfrm>
              <a:custGeom>
                <a:avLst/>
                <a:gdLst/>
                <a:ahLst/>
                <a:cxnLst/>
                <a:rect l="l" t="t" r="r" b="b"/>
                <a:pathLst>
                  <a:path w="228627" h="67502" extrusionOk="0">
                    <a:moveTo>
                      <a:pt x="229193" y="55729"/>
                    </a:moveTo>
                    <a:lnTo>
                      <a:pt x="229015" y="67816"/>
                    </a:lnTo>
                    <a:cubicBezTo>
                      <a:pt x="224807" y="65690"/>
                      <a:pt x="220571" y="63653"/>
                      <a:pt x="216318" y="61661"/>
                    </a:cubicBezTo>
                    <a:cubicBezTo>
                      <a:pt x="182809" y="45977"/>
                      <a:pt x="147782" y="33414"/>
                      <a:pt x="111894" y="24345"/>
                    </a:cubicBezTo>
                    <a:cubicBezTo>
                      <a:pt x="75961" y="15336"/>
                      <a:pt x="39775" y="10653"/>
                      <a:pt x="3053" y="6446"/>
                    </a:cubicBezTo>
                    <a:cubicBezTo>
                      <a:pt x="-366" y="6014"/>
                      <a:pt x="-232" y="380"/>
                      <a:pt x="3276" y="335"/>
                    </a:cubicBezTo>
                    <a:cubicBezTo>
                      <a:pt x="24298" y="68"/>
                      <a:pt x="45588" y="2283"/>
                      <a:pt x="66386" y="5450"/>
                    </a:cubicBezTo>
                    <a:cubicBezTo>
                      <a:pt x="122732" y="13938"/>
                      <a:pt x="177828" y="30976"/>
                      <a:pt x="229193" y="5572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36"/>
              <p:cNvSpPr/>
              <p:nvPr/>
            </p:nvSpPr>
            <p:spPr>
              <a:xfrm flipH="1">
                <a:off x="6747524" y="1758166"/>
                <a:ext cx="181987" cy="86927"/>
              </a:xfrm>
              <a:custGeom>
                <a:avLst/>
                <a:gdLst/>
                <a:ahLst/>
                <a:cxnLst/>
                <a:rect l="l" t="t" r="r" b="b"/>
                <a:pathLst>
                  <a:path w="192071" h="91744" extrusionOk="0">
                    <a:moveTo>
                      <a:pt x="69423" y="63521"/>
                    </a:moveTo>
                    <a:cubicBezTo>
                      <a:pt x="112760" y="47316"/>
                      <a:pt x="154194" y="26116"/>
                      <a:pt x="192640" y="366"/>
                    </a:cubicBezTo>
                    <a:lnTo>
                      <a:pt x="192476" y="13717"/>
                    </a:lnTo>
                    <a:cubicBezTo>
                      <a:pt x="135432" y="51166"/>
                      <a:pt x="71148" y="79473"/>
                      <a:pt x="4574" y="92050"/>
                    </a:cubicBezTo>
                    <a:cubicBezTo>
                      <a:pt x="456" y="92823"/>
                      <a:pt x="-1105" y="86014"/>
                      <a:pt x="2879" y="84899"/>
                    </a:cubicBezTo>
                    <a:cubicBezTo>
                      <a:pt x="25284" y="78521"/>
                      <a:pt x="47569" y="71712"/>
                      <a:pt x="69423" y="63521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36"/>
              <p:cNvSpPr/>
              <p:nvPr/>
            </p:nvSpPr>
            <p:spPr>
              <a:xfrm flipH="1">
                <a:off x="6746911" y="1713175"/>
                <a:ext cx="210383" cy="65455"/>
              </a:xfrm>
              <a:custGeom>
                <a:avLst/>
                <a:gdLst/>
                <a:ahLst/>
                <a:cxnLst/>
                <a:rect l="l" t="t" r="r" b="b"/>
                <a:pathLst>
                  <a:path w="222040" h="69082" extrusionOk="0">
                    <a:moveTo>
                      <a:pt x="222606" y="354"/>
                    </a:moveTo>
                    <a:lnTo>
                      <a:pt x="222472" y="11013"/>
                    </a:lnTo>
                    <a:cubicBezTo>
                      <a:pt x="150056" y="30742"/>
                      <a:pt x="77535" y="49979"/>
                      <a:pt x="5015" y="69306"/>
                    </a:cubicBezTo>
                    <a:cubicBezTo>
                      <a:pt x="986" y="70392"/>
                      <a:pt x="-1393" y="64370"/>
                      <a:pt x="2681" y="63151"/>
                    </a:cubicBezTo>
                    <a:cubicBezTo>
                      <a:pt x="25516" y="56610"/>
                      <a:pt x="48322" y="49890"/>
                      <a:pt x="71158" y="43304"/>
                    </a:cubicBezTo>
                    <a:cubicBezTo>
                      <a:pt x="121571" y="28779"/>
                      <a:pt x="172074" y="14477"/>
                      <a:pt x="222606" y="354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6"/>
              <p:cNvSpPr/>
              <p:nvPr/>
            </p:nvSpPr>
            <p:spPr>
              <a:xfrm flipH="1">
                <a:off x="7468326" y="1411975"/>
                <a:ext cx="54153" cy="133470"/>
              </a:xfrm>
              <a:custGeom>
                <a:avLst/>
                <a:gdLst/>
                <a:ahLst/>
                <a:cxnLst/>
                <a:rect l="l" t="t" r="r" b="b"/>
                <a:pathLst>
                  <a:path w="57154" h="140865" extrusionOk="0">
                    <a:moveTo>
                      <a:pt x="47614" y="104120"/>
                    </a:moveTo>
                    <a:cubicBezTo>
                      <a:pt x="43584" y="92628"/>
                      <a:pt x="39228" y="81240"/>
                      <a:pt x="34977" y="69822"/>
                    </a:cubicBezTo>
                    <a:cubicBezTo>
                      <a:pt x="26577" y="47299"/>
                      <a:pt x="18266" y="24835"/>
                      <a:pt x="8439" y="2877"/>
                    </a:cubicBezTo>
                    <a:cubicBezTo>
                      <a:pt x="6239" y="-2074"/>
                      <a:pt x="-897" y="736"/>
                      <a:pt x="634" y="5880"/>
                    </a:cubicBezTo>
                    <a:cubicBezTo>
                      <a:pt x="7503" y="28938"/>
                      <a:pt x="15828" y="51417"/>
                      <a:pt x="24139" y="74000"/>
                    </a:cubicBezTo>
                    <a:cubicBezTo>
                      <a:pt x="28212" y="85091"/>
                      <a:pt x="32211" y="96211"/>
                      <a:pt x="36493" y="107242"/>
                    </a:cubicBezTo>
                    <a:cubicBezTo>
                      <a:pt x="40686" y="118050"/>
                      <a:pt x="44476" y="129869"/>
                      <a:pt x="50810" y="139652"/>
                    </a:cubicBezTo>
                    <a:cubicBezTo>
                      <a:pt x="52817" y="142759"/>
                      <a:pt x="58020" y="140648"/>
                      <a:pt x="57545" y="137065"/>
                    </a:cubicBezTo>
                    <a:cubicBezTo>
                      <a:pt x="56043" y="125855"/>
                      <a:pt x="51345" y="114750"/>
                      <a:pt x="47614" y="1041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36"/>
              <p:cNvSpPr/>
              <p:nvPr/>
            </p:nvSpPr>
            <p:spPr>
              <a:xfrm flipH="1">
                <a:off x="6746044" y="1393434"/>
                <a:ext cx="21717" cy="132972"/>
              </a:xfrm>
              <a:custGeom>
                <a:avLst/>
                <a:gdLst/>
                <a:ahLst/>
                <a:cxnLst/>
                <a:rect l="l" t="t" r="r" b="b"/>
                <a:pathLst>
                  <a:path w="22920" h="140340" extrusionOk="0">
                    <a:moveTo>
                      <a:pt x="15618" y="3541"/>
                    </a:moveTo>
                    <a:cubicBezTo>
                      <a:pt x="11871" y="25871"/>
                      <a:pt x="9418" y="48439"/>
                      <a:pt x="6832" y="70933"/>
                    </a:cubicBezTo>
                    <a:cubicBezTo>
                      <a:pt x="4289" y="92980"/>
                      <a:pt x="914" y="115295"/>
                      <a:pt x="587" y="137506"/>
                    </a:cubicBezTo>
                    <a:cubicBezTo>
                      <a:pt x="528" y="141758"/>
                      <a:pt x="6876" y="141506"/>
                      <a:pt x="7709" y="137744"/>
                    </a:cubicBezTo>
                    <a:cubicBezTo>
                      <a:pt x="12481" y="116053"/>
                      <a:pt x="14206" y="93515"/>
                      <a:pt x="16763" y="71468"/>
                    </a:cubicBezTo>
                    <a:cubicBezTo>
                      <a:pt x="19349" y="49316"/>
                      <a:pt x="22055" y="27090"/>
                      <a:pt x="23497" y="4820"/>
                    </a:cubicBezTo>
                    <a:cubicBezTo>
                      <a:pt x="23824" y="-205"/>
                      <a:pt x="16480" y="-1633"/>
                      <a:pt x="15618" y="35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5" name="Google Shape;815;p36"/>
            <p:cNvSpPr/>
            <p:nvPr/>
          </p:nvSpPr>
          <p:spPr>
            <a:xfrm>
              <a:off x="8596124" y="2749275"/>
              <a:ext cx="328218" cy="328218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6"/>
            <p:cNvSpPr/>
            <p:nvPr/>
          </p:nvSpPr>
          <p:spPr>
            <a:xfrm>
              <a:off x="8122783" y="1864021"/>
              <a:ext cx="177731" cy="177731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6"/>
            <p:cNvSpPr/>
            <p:nvPr/>
          </p:nvSpPr>
          <p:spPr>
            <a:xfrm>
              <a:off x="5868121" y="3389050"/>
              <a:ext cx="177731" cy="177731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6"/>
            <p:cNvSpPr/>
            <p:nvPr/>
          </p:nvSpPr>
          <p:spPr>
            <a:xfrm>
              <a:off x="5868128" y="1088093"/>
              <a:ext cx="415786" cy="41578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9" name="Google Shape;769;p36"/>
          <p:cNvSpPr/>
          <p:nvPr/>
        </p:nvSpPr>
        <p:spPr>
          <a:xfrm rot="10800000">
            <a:off x="-1783785" y="-4055514"/>
            <a:ext cx="4601823" cy="4595015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6"/>
          <p:cNvSpPr txBox="1">
            <a:spLocks noGrp="1"/>
          </p:cNvSpPr>
          <p:nvPr>
            <p:ph type="title"/>
          </p:nvPr>
        </p:nvSpPr>
        <p:spPr>
          <a:xfrm>
            <a:off x="1720688" y="20068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Quantificando a Subjetividade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1" name="Google Shape;771;p36"/>
          <p:cNvSpPr txBox="1">
            <a:spLocks noGrp="1"/>
          </p:cNvSpPr>
          <p:nvPr>
            <p:ph type="subTitle" idx="1"/>
          </p:nvPr>
        </p:nvSpPr>
        <p:spPr>
          <a:xfrm>
            <a:off x="3844568" y="1785502"/>
            <a:ext cx="5055570" cy="21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pt-BR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Os 37% de “erro” do modelo representam a influência de fatores que não estão registrados na base de dados, como:</a:t>
            </a:r>
          </a:p>
          <a:p>
            <a:pPr marL="152400" indent="0">
              <a:buNone/>
            </a:pPr>
            <a:endParaRPr lang="pt-BR" sz="16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>
              <a:buFontTx/>
              <a:buChar char="-"/>
            </a:pPr>
            <a:r>
              <a:rPr lang="pt-BR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Medo da dor do parto normal</a:t>
            </a:r>
          </a:p>
          <a:p>
            <a:pPr>
              <a:buFontTx/>
              <a:buChar char="-"/>
            </a:pPr>
            <a:r>
              <a:rPr lang="pt-BR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Conveniência da agenda do obstetra</a:t>
            </a:r>
          </a:p>
          <a:p>
            <a:pPr>
              <a:buFontTx/>
              <a:buChar char="-"/>
            </a:pPr>
            <a:r>
              <a:rPr lang="pt-BR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Comorbidades subnotificadas</a:t>
            </a:r>
          </a:p>
          <a:p>
            <a:pPr marL="152400" indent="0">
              <a:buNone/>
            </a:pPr>
            <a:endParaRPr sz="16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26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3"/>
          <p:cNvSpPr txBox="1">
            <a:spLocks noGrp="1"/>
          </p:cNvSpPr>
          <p:nvPr>
            <p:ph type="title"/>
          </p:nvPr>
        </p:nvSpPr>
        <p:spPr>
          <a:xfrm>
            <a:off x="1670031" y="123057"/>
            <a:ext cx="5484900" cy="10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Conclusão</a:t>
            </a:r>
            <a:endParaRPr sz="6000" dirty="0"/>
          </a:p>
        </p:txBody>
      </p:sp>
      <p:sp>
        <p:nvSpPr>
          <p:cNvPr id="554" name="Google Shape;554;p33"/>
          <p:cNvSpPr txBox="1">
            <a:spLocks noGrp="1"/>
          </p:cNvSpPr>
          <p:nvPr>
            <p:ph type="subTitle" idx="1"/>
          </p:nvPr>
        </p:nvSpPr>
        <p:spPr>
          <a:xfrm>
            <a:off x="954599" y="1328638"/>
            <a:ext cx="7231458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pt-BR" sz="2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/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Os dados sustentam a premissa de que fatores não clínicos são determinantes na decisão da via de parto no Brasil. </a:t>
            </a:r>
          </a:p>
          <a:p>
            <a:pPr marL="0" lvl="0" indent="0"/>
            <a:endParaRPr lang="pt-BR" sz="2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/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 pré-natal atua como indutor de cesáreas, incentivando o agendamento ao invés da espera ativa.</a:t>
            </a:r>
          </a:p>
          <a:p>
            <a:pPr marL="0" lvl="0" indent="0"/>
            <a:endParaRPr lang="pt-BR" sz="2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/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 modelo atual serve como uma base sólida para políticas de intervenção e para o refinamento da coleta de dados assistenciais. </a:t>
            </a:r>
            <a:endParaRPr sz="2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grpSp>
        <p:nvGrpSpPr>
          <p:cNvPr id="555" name="Google Shape;555;p33"/>
          <p:cNvGrpSpPr/>
          <p:nvPr/>
        </p:nvGrpSpPr>
        <p:grpSpPr>
          <a:xfrm>
            <a:off x="857072" y="702144"/>
            <a:ext cx="812959" cy="861672"/>
            <a:chOff x="5137170" y="1563182"/>
            <a:chExt cx="584358" cy="619462"/>
          </a:xfrm>
        </p:grpSpPr>
        <p:sp>
          <p:nvSpPr>
            <p:cNvPr id="556" name="Google Shape;556;p33"/>
            <p:cNvSpPr/>
            <p:nvPr/>
          </p:nvSpPr>
          <p:spPr>
            <a:xfrm>
              <a:off x="5137170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811"/>
                  </a:moveTo>
                  <a:cubicBezTo>
                    <a:pt x="96911" y="73631"/>
                    <a:pt x="75956" y="94567"/>
                    <a:pt x="50175" y="94567"/>
                  </a:cubicBezTo>
                  <a:cubicBezTo>
                    <a:pt x="24330" y="94567"/>
                    <a:pt x="3439" y="73631"/>
                    <a:pt x="3439" y="47811"/>
                  </a:cubicBezTo>
                  <a:cubicBezTo>
                    <a:pt x="3439" y="21992"/>
                    <a:pt x="24330" y="1063"/>
                    <a:pt x="50175" y="1063"/>
                  </a:cubicBezTo>
                  <a:cubicBezTo>
                    <a:pt x="75956" y="1063"/>
                    <a:pt x="96911" y="21992"/>
                    <a:pt x="96911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33"/>
            <p:cNvSpPr/>
            <p:nvPr/>
          </p:nvSpPr>
          <p:spPr>
            <a:xfrm>
              <a:off x="5137170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936"/>
                  </a:moveTo>
                  <a:cubicBezTo>
                    <a:pt x="96911" y="73755"/>
                    <a:pt x="75956" y="94691"/>
                    <a:pt x="50175" y="94691"/>
                  </a:cubicBezTo>
                  <a:cubicBezTo>
                    <a:pt x="24330" y="94691"/>
                    <a:pt x="3439" y="73755"/>
                    <a:pt x="3439" y="47936"/>
                  </a:cubicBezTo>
                  <a:cubicBezTo>
                    <a:pt x="3439" y="22117"/>
                    <a:pt x="24330" y="1187"/>
                    <a:pt x="50175" y="1187"/>
                  </a:cubicBezTo>
                  <a:cubicBezTo>
                    <a:pt x="75956" y="1187"/>
                    <a:pt x="96911" y="22117"/>
                    <a:pt x="96911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33"/>
            <p:cNvSpPr/>
            <p:nvPr/>
          </p:nvSpPr>
          <p:spPr>
            <a:xfrm>
              <a:off x="5312477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811"/>
                  </a:moveTo>
                  <a:cubicBezTo>
                    <a:pt x="97028" y="73631"/>
                    <a:pt x="76137" y="94567"/>
                    <a:pt x="50292" y="94567"/>
                  </a:cubicBezTo>
                  <a:cubicBezTo>
                    <a:pt x="24447" y="94567"/>
                    <a:pt x="3556" y="73631"/>
                    <a:pt x="3556" y="47811"/>
                  </a:cubicBezTo>
                  <a:cubicBezTo>
                    <a:pt x="3556" y="21992"/>
                    <a:pt x="24447" y="1063"/>
                    <a:pt x="50292" y="1063"/>
                  </a:cubicBezTo>
                  <a:cubicBezTo>
                    <a:pt x="76137" y="1063"/>
                    <a:pt x="97028" y="21992"/>
                    <a:pt x="97028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5312477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936"/>
                  </a:moveTo>
                  <a:cubicBezTo>
                    <a:pt x="97028" y="73755"/>
                    <a:pt x="76137" y="94691"/>
                    <a:pt x="50292" y="94691"/>
                  </a:cubicBezTo>
                  <a:cubicBezTo>
                    <a:pt x="24447" y="94691"/>
                    <a:pt x="3556" y="73755"/>
                    <a:pt x="3556" y="47936"/>
                  </a:cubicBezTo>
                  <a:cubicBezTo>
                    <a:pt x="3556" y="22117"/>
                    <a:pt x="24447" y="1187"/>
                    <a:pt x="50292" y="1187"/>
                  </a:cubicBezTo>
                  <a:cubicBezTo>
                    <a:pt x="76137" y="1187"/>
                    <a:pt x="97028" y="22117"/>
                    <a:pt x="97028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5476117" y="1563182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5476117" y="1750191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5651425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5651425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5137170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059"/>
                  </a:moveTo>
                  <a:cubicBezTo>
                    <a:pt x="96911" y="73878"/>
                    <a:pt x="75956" y="94807"/>
                    <a:pt x="50175" y="94807"/>
                  </a:cubicBezTo>
                  <a:cubicBezTo>
                    <a:pt x="24330" y="94807"/>
                    <a:pt x="3439" y="73878"/>
                    <a:pt x="3439" y="48059"/>
                  </a:cubicBezTo>
                  <a:cubicBezTo>
                    <a:pt x="3439" y="22240"/>
                    <a:pt x="24330" y="1304"/>
                    <a:pt x="50175" y="1304"/>
                  </a:cubicBezTo>
                  <a:cubicBezTo>
                    <a:pt x="75956" y="1304"/>
                    <a:pt x="96911" y="22240"/>
                    <a:pt x="96911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5137170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183"/>
                  </a:moveTo>
                  <a:cubicBezTo>
                    <a:pt x="96911" y="74002"/>
                    <a:pt x="75956" y="94932"/>
                    <a:pt x="50175" y="94932"/>
                  </a:cubicBezTo>
                  <a:cubicBezTo>
                    <a:pt x="24330" y="94932"/>
                    <a:pt x="3439" y="74002"/>
                    <a:pt x="3439" y="48183"/>
                  </a:cubicBezTo>
                  <a:cubicBezTo>
                    <a:pt x="3439" y="22364"/>
                    <a:pt x="24330" y="1428"/>
                    <a:pt x="50175" y="1428"/>
                  </a:cubicBezTo>
                  <a:cubicBezTo>
                    <a:pt x="75956" y="1428"/>
                    <a:pt x="96911" y="22364"/>
                    <a:pt x="96911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5312477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059"/>
                  </a:moveTo>
                  <a:cubicBezTo>
                    <a:pt x="97028" y="73878"/>
                    <a:pt x="76137" y="94807"/>
                    <a:pt x="50292" y="94807"/>
                  </a:cubicBezTo>
                  <a:cubicBezTo>
                    <a:pt x="24447" y="94807"/>
                    <a:pt x="3556" y="73878"/>
                    <a:pt x="3556" y="48059"/>
                  </a:cubicBezTo>
                  <a:cubicBezTo>
                    <a:pt x="3556" y="22240"/>
                    <a:pt x="24447" y="1304"/>
                    <a:pt x="50292" y="1304"/>
                  </a:cubicBezTo>
                  <a:cubicBezTo>
                    <a:pt x="76137" y="1304"/>
                    <a:pt x="97028" y="22240"/>
                    <a:pt x="97028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5312477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183"/>
                  </a:moveTo>
                  <a:cubicBezTo>
                    <a:pt x="97028" y="74002"/>
                    <a:pt x="76137" y="94932"/>
                    <a:pt x="50292" y="94932"/>
                  </a:cubicBezTo>
                  <a:cubicBezTo>
                    <a:pt x="24447" y="94932"/>
                    <a:pt x="3556" y="74002"/>
                    <a:pt x="3556" y="48183"/>
                  </a:cubicBezTo>
                  <a:cubicBezTo>
                    <a:pt x="3556" y="22364"/>
                    <a:pt x="24447" y="1428"/>
                    <a:pt x="50292" y="1428"/>
                  </a:cubicBezTo>
                  <a:cubicBezTo>
                    <a:pt x="76137" y="1428"/>
                    <a:pt x="97028" y="22364"/>
                    <a:pt x="97028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5476117" y="1925509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5476117" y="2112518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5651425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5651425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7380156"/>
      </p:ext>
    </p:extLst>
  </p:cSld>
  <p:clrMapOvr>
    <a:masterClrMapping/>
  </p:clrMapOvr>
  <p:transition spd="slow">
    <p:push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64"/>
          <p:cNvSpPr txBox="1">
            <a:spLocks noGrp="1"/>
          </p:cNvSpPr>
          <p:nvPr>
            <p:ph type="title"/>
          </p:nvPr>
        </p:nvSpPr>
        <p:spPr>
          <a:xfrm>
            <a:off x="2347937" y="137460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Obrigada!</a:t>
            </a:r>
            <a:endParaRPr dirty="0"/>
          </a:p>
        </p:txBody>
      </p:sp>
      <p:sp>
        <p:nvSpPr>
          <p:cNvPr id="1643" name="Google Shape;1643;p64"/>
          <p:cNvSpPr txBox="1">
            <a:spLocks noGrp="1"/>
          </p:cNvSpPr>
          <p:nvPr>
            <p:ph type="subTitle" idx="1"/>
          </p:nvPr>
        </p:nvSpPr>
        <p:spPr>
          <a:xfrm>
            <a:off x="1846619" y="2931881"/>
            <a:ext cx="5450737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Giovanna da Silva Santos – 10747002</a:t>
            </a:r>
          </a:p>
          <a:p>
            <a:endParaRPr lang="pt-BR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r>
              <a:rPr lang="pt-BR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Julia Petra Teixeira Chaves - 10746236</a:t>
            </a:r>
          </a:p>
          <a:p>
            <a:r>
              <a:rPr lang="pt-BR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endParaRPr lang="pt-BR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r>
              <a:rPr lang="it-IT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Larissa Jacinto Bispo Christofoletti - 10747730 </a:t>
            </a: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grpSp>
        <p:nvGrpSpPr>
          <p:cNvPr id="1657" name="Google Shape;1657;p64"/>
          <p:cNvGrpSpPr/>
          <p:nvPr/>
        </p:nvGrpSpPr>
        <p:grpSpPr>
          <a:xfrm>
            <a:off x="8073001" y="539496"/>
            <a:ext cx="715538" cy="707042"/>
            <a:chOff x="7334813" y="361996"/>
            <a:chExt cx="715538" cy="707042"/>
          </a:xfrm>
        </p:grpSpPr>
        <p:sp>
          <p:nvSpPr>
            <p:cNvPr id="1658" name="Google Shape;1658;p64"/>
            <p:cNvSpPr/>
            <p:nvPr/>
          </p:nvSpPr>
          <p:spPr>
            <a:xfrm rot="10800000">
              <a:off x="7334813" y="803739"/>
              <a:ext cx="265299" cy="265299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64"/>
            <p:cNvSpPr/>
            <p:nvPr/>
          </p:nvSpPr>
          <p:spPr>
            <a:xfrm rot="10800000">
              <a:off x="7685160" y="361996"/>
              <a:ext cx="365191" cy="365191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0" name="Google Shape;1660;p64"/>
          <p:cNvGrpSpPr/>
          <p:nvPr/>
        </p:nvGrpSpPr>
        <p:grpSpPr>
          <a:xfrm>
            <a:off x="7773592" y="3974693"/>
            <a:ext cx="497003" cy="481724"/>
            <a:chOff x="7773592" y="3974693"/>
            <a:chExt cx="497003" cy="481724"/>
          </a:xfrm>
        </p:grpSpPr>
        <p:grpSp>
          <p:nvGrpSpPr>
            <p:cNvPr id="1661" name="Google Shape;1661;p64"/>
            <p:cNvGrpSpPr/>
            <p:nvPr/>
          </p:nvGrpSpPr>
          <p:grpSpPr>
            <a:xfrm>
              <a:off x="8003801" y="4189623"/>
              <a:ext cx="266793" cy="266794"/>
              <a:chOff x="3491461" y="1278677"/>
              <a:chExt cx="172861" cy="172862"/>
            </a:xfrm>
          </p:grpSpPr>
          <p:sp>
            <p:nvSpPr>
              <p:cNvPr id="1662" name="Google Shape;1662;p64"/>
              <p:cNvSpPr/>
              <p:nvPr/>
            </p:nvSpPr>
            <p:spPr>
              <a:xfrm>
                <a:off x="3491461" y="1313014"/>
                <a:ext cx="155387" cy="138524"/>
              </a:xfrm>
              <a:custGeom>
                <a:avLst/>
                <a:gdLst/>
                <a:ahLst/>
                <a:cxnLst/>
                <a:rect l="l" t="t" r="r" b="b"/>
                <a:pathLst>
                  <a:path w="207183" h="184699" extrusionOk="0">
                    <a:moveTo>
                      <a:pt x="45773" y="161401"/>
                    </a:moveTo>
                    <a:cubicBezTo>
                      <a:pt x="96551" y="199768"/>
                      <a:pt x="168817" y="189700"/>
                      <a:pt x="207183" y="138922"/>
                    </a:cubicBezTo>
                    <a:lnTo>
                      <a:pt x="23294" y="0"/>
                    </a:lnTo>
                    <a:cubicBezTo>
                      <a:pt x="-15063" y="50778"/>
                      <a:pt x="-5005" y="123044"/>
                      <a:pt x="45773" y="1614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64"/>
              <p:cNvSpPr/>
              <p:nvPr/>
            </p:nvSpPr>
            <p:spPr>
              <a:xfrm>
                <a:off x="3508931" y="1278677"/>
                <a:ext cx="155390" cy="138529"/>
              </a:xfrm>
              <a:custGeom>
                <a:avLst/>
                <a:gdLst/>
                <a:ahLst/>
                <a:cxnLst/>
                <a:rect l="l" t="t" r="r" b="b"/>
                <a:pathLst>
                  <a:path w="207187" h="184705" extrusionOk="0">
                    <a:moveTo>
                      <a:pt x="0" y="45783"/>
                    </a:moveTo>
                    <a:lnTo>
                      <a:pt x="183890" y="184705"/>
                    </a:lnTo>
                    <a:cubicBezTo>
                      <a:pt x="222256" y="133927"/>
                      <a:pt x="212189" y="61661"/>
                      <a:pt x="161411" y="23294"/>
                    </a:cubicBezTo>
                    <a:cubicBezTo>
                      <a:pt x="110633" y="-15072"/>
                      <a:pt x="38367" y="-4995"/>
                      <a:pt x="0" y="457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4" name="Google Shape;1664;p64"/>
            <p:cNvGrpSpPr/>
            <p:nvPr/>
          </p:nvGrpSpPr>
          <p:grpSpPr>
            <a:xfrm rot="3026703">
              <a:off x="7815172" y="4016273"/>
              <a:ext cx="203909" cy="203910"/>
              <a:chOff x="3491461" y="1278677"/>
              <a:chExt cx="172861" cy="172862"/>
            </a:xfrm>
          </p:grpSpPr>
          <p:sp>
            <p:nvSpPr>
              <p:cNvPr id="1665" name="Google Shape;1665;p64"/>
              <p:cNvSpPr/>
              <p:nvPr/>
            </p:nvSpPr>
            <p:spPr>
              <a:xfrm>
                <a:off x="3491461" y="1313014"/>
                <a:ext cx="155387" cy="138524"/>
              </a:xfrm>
              <a:custGeom>
                <a:avLst/>
                <a:gdLst/>
                <a:ahLst/>
                <a:cxnLst/>
                <a:rect l="l" t="t" r="r" b="b"/>
                <a:pathLst>
                  <a:path w="207183" h="184699" extrusionOk="0">
                    <a:moveTo>
                      <a:pt x="45773" y="161401"/>
                    </a:moveTo>
                    <a:cubicBezTo>
                      <a:pt x="96551" y="199768"/>
                      <a:pt x="168817" y="189700"/>
                      <a:pt x="207183" y="138922"/>
                    </a:cubicBezTo>
                    <a:lnTo>
                      <a:pt x="23294" y="0"/>
                    </a:lnTo>
                    <a:cubicBezTo>
                      <a:pt x="-15063" y="50778"/>
                      <a:pt x="-5005" y="123044"/>
                      <a:pt x="45773" y="1614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64"/>
              <p:cNvSpPr/>
              <p:nvPr/>
            </p:nvSpPr>
            <p:spPr>
              <a:xfrm>
                <a:off x="3508931" y="1278677"/>
                <a:ext cx="155390" cy="138529"/>
              </a:xfrm>
              <a:custGeom>
                <a:avLst/>
                <a:gdLst/>
                <a:ahLst/>
                <a:cxnLst/>
                <a:rect l="l" t="t" r="r" b="b"/>
                <a:pathLst>
                  <a:path w="207187" h="184705" extrusionOk="0">
                    <a:moveTo>
                      <a:pt x="0" y="45783"/>
                    </a:moveTo>
                    <a:lnTo>
                      <a:pt x="183890" y="184705"/>
                    </a:lnTo>
                    <a:cubicBezTo>
                      <a:pt x="222256" y="133927"/>
                      <a:pt x="212189" y="61661"/>
                      <a:pt x="161411" y="23294"/>
                    </a:cubicBezTo>
                    <a:cubicBezTo>
                      <a:pt x="110633" y="-15072"/>
                      <a:pt x="38367" y="-4995"/>
                      <a:pt x="0" y="457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7" name="Google Shape;1667;p64"/>
          <p:cNvGrpSpPr/>
          <p:nvPr/>
        </p:nvGrpSpPr>
        <p:grpSpPr>
          <a:xfrm>
            <a:off x="211799" y="652133"/>
            <a:ext cx="1433940" cy="481714"/>
            <a:chOff x="1608712" y="575096"/>
            <a:chExt cx="675431" cy="226924"/>
          </a:xfrm>
        </p:grpSpPr>
        <p:sp>
          <p:nvSpPr>
            <p:cNvPr id="1668" name="Google Shape;1668;p64"/>
            <p:cNvSpPr/>
            <p:nvPr/>
          </p:nvSpPr>
          <p:spPr>
            <a:xfrm>
              <a:off x="160871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64"/>
            <p:cNvSpPr/>
            <p:nvPr/>
          </p:nvSpPr>
          <p:spPr>
            <a:xfrm>
              <a:off x="1768398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64"/>
            <p:cNvSpPr/>
            <p:nvPr/>
          </p:nvSpPr>
          <p:spPr>
            <a:xfrm>
              <a:off x="1763436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64"/>
            <p:cNvSpPr/>
            <p:nvPr/>
          </p:nvSpPr>
          <p:spPr>
            <a:xfrm>
              <a:off x="192312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64"/>
            <p:cNvSpPr/>
            <p:nvPr/>
          </p:nvSpPr>
          <p:spPr>
            <a:xfrm>
              <a:off x="190784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64"/>
            <p:cNvSpPr/>
            <p:nvPr/>
          </p:nvSpPr>
          <p:spPr>
            <a:xfrm>
              <a:off x="2067525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64"/>
            <p:cNvSpPr/>
            <p:nvPr/>
          </p:nvSpPr>
          <p:spPr>
            <a:xfrm>
              <a:off x="206256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64"/>
            <p:cNvSpPr/>
            <p:nvPr/>
          </p:nvSpPr>
          <p:spPr>
            <a:xfrm>
              <a:off x="2222250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" name="Imagem 22">
            <a:extLst>
              <a:ext uri="{FF2B5EF4-FFF2-40B4-BE49-F238E27FC236}">
                <a16:creationId xmlns:a16="http://schemas.microsoft.com/office/drawing/2014/main" id="{18565221-0CD2-433B-8011-D026675B4F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25" b="35020"/>
          <a:stretch/>
        </p:blipFill>
        <p:spPr>
          <a:xfrm>
            <a:off x="6843180" y="4435013"/>
            <a:ext cx="2192241" cy="6764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Medical Collaboration Research by Slidesgo">
  <a:themeElements>
    <a:clrScheme name="Simple Light">
      <a:dk1>
        <a:srgbClr val="041834"/>
      </a:dk1>
      <a:lt1>
        <a:srgbClr val="E3F4FA"/>
      </a:lt1>
      <a:dk2>
        <a:srgbClr val="00648F"/>
      </a:dk2>
      <a:lt2>
        <a:srgbClr val="B6E3F1"/>
      </a:lt2>
      <a:accent1>
        <a:srgbClr val="6BC1D1"/>
      </a:accent1>
      <a:accent2>
        <a:srgbClr val="0596A2"/>
      </a:accent2>
      <a:accent3>
        <a:srgbClr val="F69380"/>
      </a:accent3>
      <a:accent4>
        <a:srgbClr val="E2583E"/>
      </a:accent4>
      <a:accent5>
        <a:srgbClr val="D6B6C8"/>
      </a:accent5>
      <a:accent6>
        <a:srgbClr val="FCFBF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580</Words>
  <Application>Microsoft Office PowerPoint</Application>
  <PresentationFormat>Apresentação na tela (16:9)</PresentationFormat>
  <Paragraphs>68</Paragraphs>
  <Slides>13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Medical Collaboration Research by Slidesgo</vt:lpstr>
      <vt:lpstr>A “EPIDEMIA” DE PARTOS CESÁREOS NO BRASIL</vt:lpstr>
      <vt:lpstr>Apresentação do PowerPoint</vt:lpstr>
      <vt:lpstr>Desequilíbrio das vias de parto</vt:lpstr>
      <vt:lpstr>Objetivo</vt:lpstr>
      <vt:lpstr>Pilares extraídos do SINASC (Sistema de Informação sobre Nascidos Vivos) </vt:lpstr>
      <vt:lpstr>Descobertas dos Dados</vt:lpstr>
      <vt:lpstr>3.500.000</vt:lpstr>
      <vt:lpstr>Quantificando a Acurácia </vt:lpstr>
      <vt:lpstr>Matriz de Confusão</vt:lpstr>
      <vt:lpstr>Descobertas dos Dados</vt:lpstr>
      <vt:lpstr>Quantificando a Subjetividade </vt:lpstr>
      <vt:lpstr>Conclusão</vt:lpstr>
      <vt:lpstr>Obrigada!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“EPIDEMIA” DE PARTOS CESÁREOS NO BRASIL</dc:title>
  <cp:lastModifiedBy>Giovanna da Silva Santos</cp:lastModifiedBy>
  <cp:revision>13</cp:revision>
  <dcterms:modified xsi:type="dcterms:W3CDTF">2026-05-26T02:12:06Z</dcterms:modified>
</cp:coreProperties>
</file>